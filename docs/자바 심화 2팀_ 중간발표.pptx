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5" r:id="rId1"/>
  </p:sldMasterIdLst>
  <p:sldIdLst>
    <p:sldId id="256" r:id="rId2"/>
    <p:sldId id="257" r:id="rId3"/>
    <p:sldId id="267" r:id="rId4"/>
    <p:sldId id="264" r:id="rId5"/>
    <p:sldId id="261" r:id="rId6"/>
    <p:sldId id="269" r:id="rId7"/>
    <p:sldId id="270" r:id="rId8"/>
    <p:sldId id="271" r:id="rId9"/>
    <p:sldId id="263" r:id="rId10"/>
    <p:sldId id="268" r:id="rId11"/>
    <p:sldId id="266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90F3C3-5122-4955-AD6E-6AFA8DB5942A}" v="1" dt="2025-11-06T10:24:55.9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102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남궁재민" userId="8514c862-2589-4b60-ab62-9a1438db8a2b" providerId="ADAL" clId="{84104B8A-0FC8-44E6-B5D7-BA69F1E9C52C}"/>
    <pc:docChg chg="undo custSel addSld delSld modSld">
      <pc:chgData name="남궁재민" userId="8514c862-2589-4b60-ab62-9a1438db8a2b" providerId="ADAL" clId="{84104B8A-0FC8-44E6-B5D7-BA69F1E9C52C}" dt="2025-11-06T10:25:44" v="592" actId="47"/>
      <pc:docMkLst>
        <pc:docMk/>
      </pc:docMkLst>
      <pc:sldChg chg="del">
        <pc:chgData name="남궁재민" userId="8514c862-2589-4b60-ab62-9a1438db8a2b" providerId="ADAL" clId="{84104B8A-0FC8-44E6-B5D7-BA69F1E9C52C}" dt="2025-11-06T10:25:44" v="592" actId="47"/>
        <pc:sldMkLst>
          <pc:docMk/>
          <pc:sldMk cId="1867995664" sldId="258"/>
        </pc:sldMkLst>
      </pc:sldChg>
      <pc:sldChg chg="del">
        <pc:chgData name="남궁재민" userId="8514c862-2589-4b60-ab62-9a1438db8a2b" providerId="ADAL" clId="{84104B8A-0FC8-44E6-B5D7-BA69F1E9C52C}" dt="2025-11-05T10:24:11.358" v="572" actId="47"/>
        <pc:sldMkLst>
          <pc:docMk/>
          <pc:sldMk cId="4192918700" sldId="259"/>
        </pc:sldMkLst>
      </pc:sldChg>
      <pc:sldChg chg="del">
        <pc:chgData name="남궁재민" userId="8514c862-2589-4b60-ab62-9a1438db8a2b" providerId="ADAL" clId="{84104B8A-0FC8-44E6-B5D7-BA69F1E9C52C}" dt="2025-11-05T10:24:12.612" v="573" actId="47"/>
        <pc:sldMkLst>
          <pc:docMk/>
          <pc:sldMk cId="2370693871" sldId="260"/>
        </pc:sldMkLst>
      </pc:sldChg>
      <pc:sldChg chg="addSp delSp modSp mod">
        <pc:chgData name="남궁재민" userId="8514c862-2589-4b60-ab62-9a1438db8a2b" providerId="ADAL" clId="{84104B8A-0FC8-44E6-B5D7-BA69F1E9C52C}" dt="2025-11-06T10:22:28.343" v="589" actId="14100"/>
        <pc:sldMkLst>
          <pc:docMk/>
          <pc:sldMk cId="3203048764" sldId="261"/>
        </pc:sldMkLst>
        <pc:spChg chg="mod">
          <ac:chgData name="남궁재민" userId="8514c862-2589-4b60-ab62-9a1438db8a2b" providerId="ADAL" clId="{84104B8A-0FC8-44E6-B5D7-BA69F1E9C52C}" dt="2025-11-05T09:15:29.681" v="133" actId="20577"/>
          <ac:spMkLst>
            <pc:docMk/>
            <pc:sldMk cId="3203048764" sldId="261"/>
            <ac:spMk id="2" creationId="{5EDB189B-BC7F-AF65-532C-F63C02D6764D}"/>
          </ac:spMkLst>
        </pc:spChg>
        <pc:spChg chg="mod">
          <ac:chgData name="남궁재민" userId="8514c862-2589-4b60-ab62-9a1438db8a2b" providerId="ADAL" clId="{84104B8A-0FC8-44E6-B5D7-BA69F1E9C52C}" dt="2025-11-05T10:17:19.251" v="386" actId="20577"/>
          <ac:spMkLst>
            <pc:docMk/>
            <pc:sldMk cId="3203048764" sldId="261"/>
            <ac:spMk id="9" creationId="{7C43E078-13CD-7D77-38EB-9FACCC0661D5}"/>
          </ac:spMkLst>
        </pc:spChg>
        <pc:picChg chg="add del mod">
          <ac:chgData name="남궁재민" userId="8514c862-2589-4b60-ab62-9a1438db8a2b" providerId="ADAL" clId="{84104B8A-0FC8-44E6-B5D7-BA69F1E9C52C}" dt="2025-11-06T10:22:19.509" v="586" actId="478"/>
          <ac:picMkLst>
            <pc:docMk/>
            <pc:sldMk cId="3203048764" sldId="261"/>
            <ac:picMk id="4" creationId="{77EC6707-7BFC-1572-FDAB-047C863437AC}"/>
          </ac:picMkLst>
        </pc:picChg>
        <pc:picChg chg="add mod">
          <ac:chgData name="남궁재민" userId="8514c862-2589-4b60-ab62-9a1438db8a2b" providerId="ADAL" clId="{84104B8A-0FC8-44E6-B5D7-BA69F1E9C52C}" dt="2025-11-06T10:22:28.343" v="589" actId="14100"/>
          <ac:picMkLst>
            <pc:docMk/>
            <pc:sldMk cId="3203048764" sldId="261"/>
            <ac:picMk id="5" creationId="{4A6D139A-8CB8-139C-8658-2974F70D6D72}"/>
          </ac:picMkLst>
        </pc:picChg>
        <pc:picChg chg="del">
          <ac:chgData name="남궁재민" userId="8514c862-2589-4b60-ab62-9a1438db8a2b" providerId="ADAL" clId="{84104B8A-0FC8-44E6-B5D7-BA69F1E9C52C}" dt="2025-11-05T10:10:41.480" v="171" actId="478"/>
          <ac:picMkLst>
            <pc:docMk/>
            <pc:sldMk cId="3203048764" sldId="261"/>
            <ac:picMk id="5" creationId="{6A6F86D0-C551-2D2A-0BE7-0DD74F9353BC}"/>
          </ac:picMkLst>
        </pc:picChg>
      </pc:sldChg>
      <pc:sldChg chg="del">
        <pc:chgData name="남궁재민" userId="8514c862-2589-4b60-ab62-9a1438db8a2b" providerId="ADAL" clId="{84104B8A-0FC8-44E6-B5D7-BA69F1E9C52C}" dt="2025-11-05T10:12:07.676" v="185" actId="47"/>
        <pc:sldMkLst>
          <pc:docMk/>
          <pc:sldMk cId="1784180515" sldId="262"/>
        </pc:sldMkLst>
      </pc:sldChg>
      <pc:sldChg chg="modSp mod">
        <pc:chgData name="남궁재민" userId="8514c862-2589-4b60-ab62-9a1438db8a2b" providerId="ADAL" clId="{84104B8A-0FC8-44E6-B5D7-BA69F1E9C52C}" dt="2025-11-05T10:29:24.553" v="583" actId="20577"/>
        <pc:sldMkLst>
          <pc:docMk/>
          <pc:sldMk cId="3646097141" sldId="263"/>
        </pc:sldMkLst>
        <pc:spChg chg="mod">
          <ac:chgData name="남궁재민" userId="8514c862-2589-4b60-ab62-9a1438db8a2b" providerId="ADAL" clId="{84104B8A-0FC8-44E6-B5D7-BA69F1E9C52C}" dt="2025-11-05T10:29:24.553" v="583" actId="20577"/>
          <ac:spMkLst>
            <pc:docMk/>
            <pc:sldMk cId="3646097141" sldId="263"/>
            <ac:spMk id="3" creationId="{E29AD8CD-64E5-0B27-2BAF-33DEEDC34F58}"/>
          </ac:spMkLst>
        </pc:spChg>
      </pc:sldChg>
      <pc:sldChg chg="modSp mod">
        <pc:chgData name="남궁재민" userId="8514c862-2589-4b60-ab62-9a1438db8a2b" providerId="ADAL" clId="{84104B8A-0FC8-44E6-B5D7-BA69F1E9C52C}" dt="2025-11-05T10:30:59.382" v="584" actId="20577"/>
        <pc:sldMkLst>
          <pc:docMk/>
          <pc:sldMk cId="736167414" sldId="264"/>
        </pc:sldMkLst>
        <pc:spChg chg="mod">
          <ac:chgData name="남궁재민" userId="8514c862-2589-4b60-ab62-9a1438db8a2b" providerId="ADAL" clId="{84104B8A-0FC8-44E6-B5D7-BA69F1E9C52C}" dt="2025-11-05T10:30:59.382" v="584" actId="20577"/>
          <ac:spMkLst>
            <pc:docMk/>
            <pc:sldMk cId="736167414" sldId="264"/>
            <ac:spMk id="3" creationId="{D797D8A8-51C6-9A95-CEA3-1103B50F899B}"/>
          </ac:spMkLst>
        </pc:spChg>
      </pc:sldChg>
      <pc:sldChg chg="del">
        <pc:chgData name="남궁재민" userId="8514c862-2589-4b60-ab62-9a1438db8a2b" providerId="ADAL" clId="{84104B8A-0FC8-44E6-B5D7-BA69F1E9C52C}" dt="2025-11-05T10:15:21.976" v="269" actId="47"/>
        <pc:sldMkLst>
          <pc:docMk/>
          <pc:sldMk cId="958716694" sldId="265"/>
        </pc:sldMkLst>
      </pc:sldChg>
      <pc:sldChg chg="addSp modSp new mod setBg">
        <pc:chgData name="남궁재민" userId="8514c862-2589-4b60-ab62-9a1438db8a2b" providerId="ADAL" clId="{84104B8A-0FC8-44E6-B5D7-BA69F1E9C52C}" dt="2025-11-05T09:14:17.590" v="109" actId="14100"/>
        <pc:sldMkLst>
          <pc:docMk/>
          <pc:sldMk cId="3555142599" sldId="267"/>
        </pc:sldMkLst>
        <pc:spChg chg="mod">
          <ac:chgData name="남궁재민" userId="8514c862-2589-4b60-ab62-9a1438db8a2b" providerId="ADAL" clId="{84104B8A-0FC8-44E6-B5D7-BA69F1E9C52C}" dt="2025-11-05T09:11:53.620" v="69" actId="26606"/>
          <ac:spMkLst>
            <pc:docMk/>
            <pc:sldMk cId="3555142599" sldId="267"/>
            <ac:spMk id="2" creationId="{46BC0463-2CDF-D5DB-0AF8-7D3ADDD90977}"/>
          </ac:spMkLst>
        </pc:spChg>
        <pc:spChg chg="mod">
          <ac:chgData name="남궁재민" userId="8514c862-2589-4b60-ab62-9a1438db8a2b" providerId="ADAL" clId="{84104B8A-0FC8-44E6-B5D7-BA69F1E9C52C}" dt="2025-11-05T09:13:27.917" v="93" actId="15"/>
          <ac:spMkLst>
            <pc:docMk/>
            <pc:sldMk cId="3555142599" sldId="267"/>
            <ac:spMk id="3" creationId="{250F0FDC-61D5-2A3C-A8A1-C5577BA991FF}"/>
          </ac:spMkLst>
        </pc:spChg>
        <pc:spChg chg="add">
          <ac:chgData name="남궁재민" userId="8514c862-2589-4b60-ab62-9a1438db8a2b" providerId="ADAL" clId="{84104B8A-0FC8-44E6-B5D7-BA69F1E9C52C}" dt="2025-11-05T09:11:53.620" v="69" actId="26606"/>
          <ac:spMkLst>
            <pc:docMk/>
            <pc:sldMk cId="3555142599" sldId="267"/>
            <ac:spMk id="11" creationId="{2B78D151-52A1-46B3-8374-570DA802E9A5}"/>
          </ac:spMkLst>
        </pc:spChg>
        <pc:spChg chg="add">
          <ac:chgData name="남궁재민" userId="8514c862-2589-4b60-ab62-9a1438db8a2b" providerId="ADAL" clId="{84104B8A-0FC8-44E6-B5D7-BA69F1E9C52C}" dt="2025-11-05T09:11:53.620" v="69" actId="26606"/>
          <ac:spMkLst>
            <pc:docMk/>
            <pc:sldMk cId="3555142599" sldId="267"/>
            <ac:spMk id="13" creationId="{6C745475-F6E1-4944-B2F1-A82F3444F7EE}"/>
          </ac:spMkLst>
        </pc:spChg>
        <pc:picChg chg="add mod ord">
          <ac:chgData name="남궁재민" userId="8514c862-2589-4b60-ab62-9a1438db8a2b" providerId="ADAL" clId="{84104B8A-0FC8-44E6-B5D7-BA69F1E9C52C}" dt="2025-11-05T09:14:08.870" v="108" actId="1076"/>
          <ac:picMkLst>
            <pc:docMk/>
            <pc:sldMk cId="3555142599" sldId="267"/>
            <ac:picMk id="4" creationId="{55FC2FF6-B65A-AD5C-47DC-500934AF2C74}"/>
          </ac:picMkLst>
        </pc:picChg>
        <pc:picChg chg="add mod">
          <ac:chgData name="남궁재민" userId="8514c862-2589-4b60-ab62-9a1438db8a2b" providerId="ADAL" clId="{84104B8A-0FC8-44E6-B5D7-BA69F1E9C52C}" dt="2025-11-05T09:14:03.912" v="106" actId="14100"/>
          <ac:picMkLst>
            <pc:docMk/>
            <pc:sldMk cId="3555142599" sldId="267"/>
            <ac:picMk id="5" creationId="{7549F41B-7D8B-0C12-FB76-F5D56A2DB53E}"/>
          </ac:picMkLst>
        </pc:picChg>
        <pc:picChg chg="add mod">
          <ac:chgData name="남궁재민" userId="8514c862-2589-4b60-ab62-9a1438db8a2b" providerId="ADAL" clId="{84104B8A-0FC8-44E6-B5D7-BA69F1E9C52C}" dt="2025-11-05T09:14:17.590" v="109" actId="14100"/>
          <ac:picMkLst>
            <pc:docMk/>
            <pc:sldMk cId="3555142599" sldId="267"/>
            <ac:picMk id="6" creationId="{86C4B3D7-26B5-D270-E0A1-22AD6A1F71A8}"/>
          </ac:picMkLst>
        </pc:picChg>
        <pc:cxnChg chg="add">
          <ac:chgData name="남궁재민" userId="8514c862-2589-4b60-ab62-9a1438db8a2b" providerId="ADAL" clId="{84104B8A-0FC8-44E6-B5D7-BA69F1E9C52C}" dt="2025-11-05T09:11:53.620" v="69" actId="26606"/>
          <ac:cxnSpMkLst>
            <pc:docMk/>
            <pc:sldMk cId="3555142599" sldId="267"/>
            <ac:cxnSpMk id="15" creationId="{E2F61726-9292-4844-9EBF-341051AAFDBE}"/>
          </ac:cxnSpMkLst>
        </pc:cxnChg>
      </pc:sldChg>
      <pc:sldChg chg="modSp new mod">
        <pc:chgData name="남궁재민" userId="8514c862-2589-4b60-ab62-9a1438db8a2b" providerId="ADAL" clId="{84104B8A-0FC8-44E6-B5D7-BA69F1E9C52C}" dt="2025-11-05T10:15:50.179" v="335" actId="20577"/>
        <pc:sldMkLst>
          <pc:docMk/>
          <pc:sldMk cId="3468567896" sldId="268"/>
        </pc:sldMkLst>
        <pc:spChg chg="mod">
          <ac:chgData name="남궁재민" userId="8514c862-2589-4b60-ab62-9a1438db8a2b" providerId="ADAL" clId="{84104B8A-0FC8-44E6-B5D7-BA69F1E9C52C}" dt="2025-11-05T10:15:27.867" v="287" actId="20577"/>
          <ac:spMkLst>
            <pc:docMk/>
            <pc:sldMk cId="3468567896" sldId="268"/>
            <ac:spMk id="2" creationId="{A56DD328-DF47-2D41-9DBD-9F56AF71426E}"/>
          </ac:spMkLst>
        </pc:spChg>
        <pc:spChg chg="mod">
          <ac:chgData name="남궁재민" userId="8514c862-2589-4b60-ab62-9a1438db8a2b" providerId="ADAL" clId="{84104B8A-0FC8-44E6-B5D7-BA69F1E9C52C}" dt="2025-11-05T10:15:50.179" v="335" actId="20577"/>
          <ac:spMkLst>
            <pc:docMk/>
            <pc:sldMk cId="3468567896" sldId="268"/>
            <ac:spMk id="3" creationId="{984ED719-3205-CC2C-E818-BD80619E6AA9}"/>
          </ac:spMkLst>
        </pc:spChg>
      </pc:sldChg>
      <pc:sldChg chg="modSp new mod">
        <pc:chgData name="남궁재민" userId="8514c862-2589-4b60-ab62-9a1438db8a2b" providerId="ADAL" clId="{84104B8A-0FC8-44E6-B5D7-BA69F1E9C52C}" dt="2025-11-05T10:23:47.620" v="571" actId="20577"/>
        <pc:sldMkLst>
          <pc:docMk/>
          <pc:sldMk cId="2029010420" sldId="269"/>
        </pc:sldMkLst>
        <pc:spChg chg="mod">
          <ac:chgData name="남궁재민" userId="8514c862-2589-4b60-ab62-9a1438db8a2b" providerId="ADAL" clId="{84104B8A-0FC8-44E6-B5D7-BA69F1E9C52C}" dt="2025-11-05T10:17:27.825" v="401" actId="20577"/>
          <ac:spMkLst>
            <pc:docMk/>
            <pc:sldMk cId="2029010420" sldId="269"/>
            <ac:spMk id="2" creationId="{27AFAFFE-1F0F-25DA-20C6-49D594E6D7F6}"/>
          </ac:spMkLst>
        </pc:spChg>
        <pc:spChg chg="mod">
          <ac:chgData name="남궁재민" userId="8514c862-2589-4b60-ab62-9a1438db8a2b" providerId="ADAL" clId="{84104B8A-0FC8-44E6-B5D7-BA69F1E9C52C}" dt="2025-11-05T10:23:47.620" v="571" actId="20577"/>
          <ac:spMkLst>
            <pc:docMk/>
            <pc:sldMk cId="2029010420" sldId="269"/>
            <ac:spMk id="3" creationId="{4E61F7BA-C5EC-40BB-F8E9-E8829123902D}"/>
          </ac:spMkLst>
        </pc:spChg>
      </pc:sldChg>
      <pc:sldChg chg="addSp delSp modSp new mod delAnim modAnim">
        <pc:chgData name="남궁재민" userId="8514c862-2589-4b60-ab62-9a1438db8a2b" providerId="ADAL" clId="{84104B8A-0FC8-44E6-B5D7-BA69F1E9C52C}" dt="2025-11-06T10:24:55.921" v="591"/>
        <pc:sldMkLst>
          <pc:docMk/>
          <pc:sldMk cId="371810773" sldId="270"/>
        </pc:sldMkLst>
        <pc:spChg chg="mod">
          <ac:chgData name="남궁재민" userId="8514c862-2589-4b60-ab62-9a1438db8a2b" providerId="ADAL" clId="{84104B8A-0FC8-44E6-B5D7-BA69F1E9C52C}" dt="2025-11-05T10:22:06.507" v="490" actId="20577"/>
          <ac:spMkLst>
            <pc:docMk/>
            <pc:sldMk cId="371810773" sldId="270"/>
            <ac:spMk id="2" creationId="{5FC765A1-B4B5-FF9E-E1D5-9AF9D9BF3265}"/>
          </ac:spMkLst>
        </pc:spChg>
        <pc:spChg chg="del">
          <ac:chgData name="남궁재민" userId="8514c862-2589-4b60-ab62-9a1438db8a2b" providerId="ADAL" clId="{84104B8A-0FC8-44E6-B5D7-BA69F1E9C52C}" dt="2025-11-05T10:22:07.834" v="491"/>
          <ac:spMkLst>
            <pc:docMk/>
            <pc:sldMk cId="371810773" sldId="270"/>
            <ac:spMk id="3" creationId="{2230C8B7-3446-02FC-3434-1256AFD59BCD}"/>
          </ac:spMkLst>
        </pc:spChg>
        <pc:spChg chg="add del mod">
          <ac:chgData name="남궁재민" userId="8514c862-2589-4b60-ab62-9a1438db8a2b" providerId="ADAL" clId="{84104B8A-0FC8-44E6-B5D7-BA69F1E9C52C}" dt="2025-11-06T10:24:55.921" v="591"/>
          <ac:spMkLst>
            <pc:docMk/>
            <pc:sldMk cId="371810773" sldId="270"/>
            <ac:spMk id="5" creationId="{9E31D260-792B-C962-D4FE-5210FFBD4FC3}"/>
          </ac:spMkLst>
        </pc:spChg>
        <pc:picChg chg="add del mod">
          <ac:chgData name="남궁재민" userId="8514c862-2589-4b60-ab62-9a1438db8a2b" providerId="ADAL" clId="{84104B8A-0FC8-44E6-B5D7-BA69F1E9C52C}" dt="2025-11-06T10:22:40.429" v="590" actId="478"/>
          <ac:picMkLst>
            <pc:docMk/>
            <pc:sldMk cId="371810773" sldId="270"/>
            <ac:picMk id="4" creationId="{79A1FE97-2AEB-CE29-9BD2-0D1D1ADDB0EF}"/>
          </ac:picMkLst>
        </pc:picChg>
        <pc:picChg chg="add mod">
          <ac:chgData name="남궁재민" userId="8514c862-2589-4b60-ab62-9a1438db8a2b" providerId="ADAL" clId="{84104B8A-0FC8-44E6-B5D7-BA69F1E9C52C}" dt="2025-11-06T10:24:55.921" v="591"/>
          <ac:picMkLst>
            <pc:docMk/>
            <pc:sldMk cId="371810773" sldId="270"/>
            <ac:picMk id="6" creationId="{85149227-0A3F-5E4A-7887-8EAD659EAD2E}"/>
          </ac:picMkLst>
        </pc:picChg>
      </pc:sldChg>
      <pc:sldChg chg="new">
        <pc:chgData name="남궁재민" userId="8514c862-2589-4b60-ab62-9a1438db8a2b" providerId="ADAL" clId="{84104B8A-0FC8-44E6-B5D7-BA69F1E9C52C}" dt="2025-11-05T10:24:25.483" v="574" actId="680"/>
        <pc:sldMkLst>
          <pc:docMk/>
          <pc:sldMk cId="1722773925" sldId="271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C1E4730-E92C-4794-9591-5E473F5CE9ED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31BAC8-15EA-4D86-B548-F527BFCF7547}">
      <dgm:prSet/>
      <dgm:spPr/>
      <dgm:t>
        <a:bodyPr/>
        <a:lstStyle/>
        <a:p>
          <a:r>
            <a:rPr lang="ko-KR" altLang="en-US" dirty="0"/>
            <a:t>타자연습 기반의 다양한 미니게임을 즐길 수 있는 멀티 플레이 게임</a:t>
          </a:r>
          <a:endParaRPr lang="en-US" dirty="0"/>
        </a:p>
      </dgm:t>
    </dgm:pt>
    <dgm:pt modelId="{E1E8F51E-D22A-4494-8D48-F6142FC10E1E}" type="parTrans" cxnId="{98AEA38A-535A-4265-B7E3-E082AE7CC1BB}">
      <dgm:prSet/>
      <dgm:spPr/>
      <dgm:t>
        <a:bodyPr/>
        <a:lstStyle/>
        <a:p>
          <a:endParaRPr lang="en-US"/>
        </a:p>
      </dgm:t>
    </dgm:pt>
    <dgm:pt modelId="{4B847000-F66C-4E3B-8D59-7C0785DFFB74}" type="sibTrans" cxnId="{98AEA38A-535A-4265-B7E3-E082AE7CC1BB}">
      <dgm:prSet/>
      <dgm:spPr/>
      <dgm:t>
        <a:bodyPr/>
        <a:lstStyle/>
        <a:p>
          <a:endParaRPr lang="en-US"/>
        </a:p>
      </dgm:t>
    </dgm:pt>
    <dgm:pt modelId="{FC1C9E2F-F7B4-4A4F-A155-FA17DB1F92BA}">
      <dgm:prSet/>
      <dgm:spPr/>
      <dgm:t>
        <a:bodyPr/>
        <a:lstStyle/>
        <a:p>
          <a:r>
            <a:rPr lang="ko-KR" dirty="0"/>
            <a:t>단순 속도 경쟁</a:t>
          </a:r>
          <a:r>
            <a:rPr lang="ko-KR" altLang="en-US" dirty="0"/>
            <a:t>이 아닌</a:t>
          </a:r>
          <a:r>
            <a:rPr lang="en-US" altLang="ko-KR" dirty="0"/>
            <a:t>,</a:t>
          </a:r>
          <a:r>
            <a:rPr lang="en-US" dirty="0"/>
            <a:t> </a:t>
          </a:r>
          <a:r>
            <a:rPr lang="ko-KR" dirty="0"/>
            <a:t>다양한 상호작용과 전략적 요소를 통해 새로운 타자 게임 경험을 제공</a:t>
          </a:r>
          <a:endParaRPr lang="en-US" dirty="0"/>
        </a:p>
      </dgm:t>
    </dgm:pt>
    <dgm:pt modelId="{084AF6FF-30B1-4515-98F5-4AF9EC7E7694}" type="parTrans" cxnId="{41AD3F6B-023F-4F31-9AF3-B07A694118E7}">
      <dgm:prSet/>
      <dgm:spPr/>
      <dgm:t>
        <a:bodyPr/>
        <a:lstStyle/>
        <a:p>
          <a:endParaRPr lang="en-US"/>
        </a:p>
      </dgm:t>
    </dgm:pt>
    <dgm:pt modelId="{23FF15D3-A43E-419C-ADE3-5C4257237C98}" type="sibTrans" cxnId="{41AD3F6B-023F-4F31-9AF3-B07A694118E7}">
      <dgm:prSet/>
      <dgm:spPr/>
      <dgm:t>
        <a:bodyPr/>
        <a:lstStyle/>
        <a:p>
          <a:endParaRPr lang="en-US"/>
        </a:p>
      </dgm:t>
    </dgm:pt>
    <dgm:pt modelId="{3482CDE8-3CF3-42E0-AFDA-3E787E7AA25D}" type="pres">
      <dgm:prSet presAssocID="{DC1E4730-E92C-4794-9591-5E473F5CE9E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6C900D26-AF7D-4B46-90FA-4C0BE41CF971}" type="pres">
      <dgm:prSet presAssocID="{D531BAC8-15EA-4D86-B548-F527BFCF7547}" presName="hierRoot1" presStyleCnt="0"/>
      <dgm:spPr/>
    </dgm:pt>
    <dgm:pt modelId="{B8B2CF4D-BB8D-4F1E-A34E-9D0CFA002DC3}" type="pres">
      <dgm:prSet presAssocID="{D531BAC8-15EA-4D86-B548-F527BFCF7547}" presName="composite" presStyleCnt="0"/>
      <dgm:spPr/>
    </dgm:pt>
    <dgm:pt modelId="{C0611CB8-A560-4490-85F7-D2782785C92A}" type="pres">
      <dgm:prSet presAssocID="{D531BAC8-15EA-4D86-B548-F527BFCF7547}" presName="background" presStyleLbl="node0" presStyleIdx="0" presStyleCnt="2"/>
      <dgm:spPr/>
    </dgm:pt>
    <dgm:pt modelId="{CA18264D-0D28-4867-9341-CE86EC296294}" type="pres">
      <dgm:prSet presAssocID="{D531BAC8-15EA-4D86-B548-F527BFCF7547}" presName="text" presStyleLbl="fgAcc0" presStyleIdx="0" presStyleCnt="2">
        <dgm:presLayoutVars>
          <dgm:chPref val="3"/>
        </dgm:presLayoutVars>
      </dgm:prSet>
      <dgm:spPr/>
    </dgm:pt>
    <dgm:pt modelId="{3D9E3D3D-4D42-4ED6-AF02-354CC079352F}" type="pres">
      <dgm:prSet presAssocID="{D531BAC8-15EA-4D86-B548-F527BFCF7547}" presName="hierChild2" presStyleCnt="0"/>
      <dgm:spPr/>
    </dgm:pt>
    <dgm:pt modelId="{40B29018-1FFB-4149-9471-481BB03B030F}" type="pres">
      <dgm:prSet presAssocID="{FC1C9E2F-F7B4-4A4F-A155-FA17DB1F92BA}" presName="hierRoot1" presStyleCnt="0"/>
      <dgm:spPr/>
    </dgm:pt>
    <dgm:pt modelId="{276C449F-7471-4F8D-B2C1-817E32B67812}" type="pres">
      <dgm:prSet presAssocID="{FC1C9E2F-F7B4-4A4F-A155-FA17DB1F92BA}" presName="composite" presStyleCnt="0"/>
      <dgm:spPr/>
    </dgm:pt>
    <dgm:pt modelId="{44EE861C-54A3-4298-A4AD-AD3F6332A146}" type="pres">
      <dgm:prSet presAssocID="{FC1C9E2F-F7B4-4A4F-A155-FA17DB1F92BA}" presName="background" presStyleLbl="node0" presStyleIdx="1" presStyleCnt="2"/>
      <dgm:spPr/>
    </dgm:pt>
    <dgm:pt modelId="{5BDB867F-451B-48BB-A7F3-D37521273731}" type="pres">
      <dgm:prSet presAssocID="{FC1C9E2F-F7B4-4A4F-A155-FA17DB1F92BA}" presName="text" presStyleLbl="fgAcc0" presStyleIdx="1" presStyleCnt="2">
        <dgm:presLayoutVars>
          <dgm:chPref val="3"/>
        </dgm:presLayoutVars>
      </dgm:prSet>
      <dgm:spPr/>
    </dgm:pt>
    <dgm:pt modelId="{ECE50F8C-FF4A-407D-8FC4-C86F221A45BF}" type="pres">
      <dgm:prSet presAssocID="{FC1C9E2F-F7B4-4A4F-A155-FA17DB1F92BA}" presName="hierChild2" presStyleCnt="0"/>
      <dgm:spPr/>
    </dgm:pt>
  </dgm:ptLst>
  <dgm:cxnLst>
    <dgm:cxn modelId="{88F70717-AE37-4581-AC77-CAB87133CCBB}" type="presOf" srcId="{FC1C9E2F-F7B4-4A4F-A155-FA17DB1F92BA}" destId="{5BDB867F-451B-48BB-A7F3-D37521273731}" srcOrd="0" destOrd="0" presId="urn:microsoft.com/office/officeart/2005/8/layout/hierarchy1"/>
    <dgm:cxn modelId="{41AD3F6B-023F-4F31-9AF3-B07A694118E7}" srcId="{DC1E4730-E92C-4794-9591-5E473F5CE9ED}" destId="{FC1C9E2F-F7B4-4A4F-A155-FA17DB1F92BA}" srcOrd="1" destOrd="0" parTransId="{084AF6FF-30B1-4515-98F5-4AF9EC7E7694}" sibTransId="{23FF15D3-A43E-419C-ADE3-5C4257237C98}"/>
    <dgm:cxn modelId="{7971CE7F-69A0-4CE9-BAD4-1D1C8DCBE95E}" type="presOf" srcId="{DC1E4730-E92C-4794-9591-5E473F5CE9ED}" destId="{3482CDE8-3CF3-42E0-AFDA-3E787E7AA25D}" srcOrd="0" destOrd="0" presId="urn:microsoft.com/office/officeart/2005/8/layout/hierarchy1"/>
    <dgm:cxn modelId="{98AEA38A-535A-4265-B7E3-E082AE7CC1BB}" srcId="{DC1E4730-E92C-4794-9591-5E473F5CE9ED}" destId="{D531BAC8-15EA-4D86-B548-F527BFCF7547}" srcOrd="0" destOrd="0" parTransId="{E1E8F51E-D22A-4494-8D48-F6142FC10E1E}" sibTransId="{4B847000-F66C-4E3B-8D59-7C0785DFFB74}"/>
    <dgm:cxn modelId="{4818269A-6A17-4179-AE77-B0DC9483D10E}" type="presOf" srcId="{D531BAC8-15EA-4D86-B548-F527BFCF7547}" destId="{CA18264D-0D28-4867-9341-CE86EC296294}" srcOrd="0" destOrd="0" presId="urn:microsoft.com/office/officeart/2005/8/layout/hierarchy1"/>
    <dgm:cxn modelId="{51E7EF78-1A7F-460C-B0C4-C8CE042395B9}" type="presParOf" srcId="{3482CDE8-3CF3-42E0-AFDA-3E787E7AA25D}" destId="{6C900D26-AF7D-4B46-90FA-4C0BE41CF971}" srcOrd="0" destOrd="0" presId="urn:microsoft.com/office/officeart/2005/8/layout/hierarchy1"/>
    <dgm:cxn modelId="{F8A66B20-AC75-46EF-84E2-CC7CD45B12C8}" type="presParOf" srcId="{6C900D26-AF7D-4B46-90FA-4C0BE41CF971}" destId="{B8B2CF4D-BB8D-4F1E-A34E-9D0CFA002DC3}" srcOrd="0" destOrd="0" presId="urn:microsoft.com/office/officeart/2005/8/layout/hierarchy1"/>
    <dgm:cxn modelId="{DA2BA46F-BF8C-4121-B3BC-3BC95D34DFCC}" type="presParOf" srcId="{B8B2CF4D-BB8D-4F1E-A34E-9D0CFA002DC3}" destId="{C0611CB8-A560-4490-85F7-D2782785C92A}" srcOrd="0" destOrd="0" presId="urn:microsoft.com/office/officeart/2005/8/layout/hierarchy1"/>
    <dgm:cxn modelId="{36C1B20E-5685-4C5C-97DF-79C4FEEFC5C8}" type="presParOf" srcId="{B8B2CF4D-BB8D-4F1E-A34E-9D0CFA002DC3}" destId="{CA18264D-0D28-4867-9341-CE86EC296294}" srcOrd="1" destOrd="0" presId="urn:microsoft.com/office/officeart/2005/8/layout/hierarchy1"/>
    <dgm:cxn modelId="{870FF6A7-295A-44E4-8D53-830602E519C5}" type="presParOf" srcId="{6C900D26-AF7D-4B46-90FA-4C0BE41CF971}" destId="{3D9E3D3D-4D42-4ED6-AF02-354CC079352F}" srcOrd="1" destOrd="0" presId="urn:microsoft.com/office/officeart/2005/8/layout/hierarchy1"/>
    <dgm:cxn modelId="{EA911204-BAC4-4B96-918C-F53B16E77B7E}" type="presParOf" srcId="{3482CDE8-3CF3-42E0-AFDA-3E787E7AA25D}" destId="{40B29018-1FFB-4149-9471-481BB03B030F}" srcOrd="1" destOrd="0" presId="urn:microsoft.com/office/officeart/2005/8/layout/hierarchy1"/>
    <dgm:cxn modelId="{7EEE2ADD-67BC-4648-8B96-234E58839D7E}" type="presParOf" srcId="{40B29018-1FFB-4149-9471-481BB03B030F}" destId="{276C449F-7471-4F8D-B2C1-817E32B67812}" srcOrd="0" destOrd="0" presId="urn:microsoft.com/office/officeart/2005/8/layout/hierarchy1"/>
    <dgm:cxn modelId="{CF4FA083-2D6E-4EA5-A3D8-4C060FB8D672}" type="presParOf" srcId="{276C449F-7471-4F8D-B2C1-817E32B67812}" destId="{44EE861C-54A3-4298-A4AD-AD3F6332A146}" srcOrd="0" destOrd="0" presId="urn:microsoft.com/office/officeart/2005/8/layout/hierarchy1"/>
    <dgm:cxn modelId="{50146DDA-1787-4590-84B6-25DBD09FDD98}" type="presParOf" srcId="{276C449F-7471-4F8D-B2C1-817E32B67812}" destId="{5BDB867F-451B-48BB-A7F3-D37521273731}" srcOrd="1" destOrd="0" presId="urn:microsoft.com/office/officeart/2005/8/layout/hierarchy1"/>
    <dgm:cxn modelId="{CBA346C6-93EB-40B1-B835-0647B7744B7E}" type="presParOf" srcId="{40B29018-1FFB-4149-9471-481BB03B030F}" destId="{ECE50F8C-FF4A-407D-8FC4-C86F221A45BF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611CB8-A560-4490-85F7-D2782785C92A}">
      <dsp:nvSpPr>
        <dsp:cNvPr id="0" name=""/>
        <dsp:cNvSpPr/>
      </dsp:nvSpPr>
      <dsp:spPr>
        <a:xfrm>
          <a:off x="1307" y="52047"/>
          <a:ext cx="4589865" cy="29145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18264D-0D28-4867-9341-CE86EC296294}">
      <dsp:nvSpPr>
        <dsp:cNvPr id="0" name=""/>
        <dsp:cNvSpPr/>
      </dsp:nvSpPr>
      <dsp:spPr>
        <a:xfrm>
          <a:off x="511292" y="536533"/>
          <a:ext cx="4589865" cy="29145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000" kern="1200" dirty="0"/>
            <a:t>타자연습 기반의 다양한 미니게임을 즐길 수 있는 멀티 플레이 게임</a:t>
          </a:r>
          <a:endParaRPr lang="en-US" sz="3000" kern="1200" dirty="0"/>
        </a:p>
      </dsp:txBody>
      <dsp:txXfrm>
        <a:off x="596657" y="621898"/>
        <a:ext cx="4419135" cy="2743834"/>
      </dsp:txXfrm>
    </dsp:sp>
    <dsp:sp modelId="{44EE861C-54A3-4298-A4AD-AD3F6332A146}">
      <dsp:nvSpPr>
        <dsp:cNvPr id="0" name=""/>
        <dsp:cNvSpPr/>
      </dsp:nvSpPr>
      <dsp:spPr>
        <a:xfrm>
          <a:off x="5611143" y="52047"/>
          <a:ext cx="4589865" cy="29145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DB867F-451B-48BB-A7F3-D37521273731}">
      <dsp:nvSpPr>
        <dsp:cNvPr id="0" name=""/>
        <dsp:cNvSpPr/>
      </dsp:nvSpPr>
      <dsp:spPr>
        <a:xfrm>
          <a:off x="6121128" y="536533"/>
          <a:ext cx="4589865" cy="29145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3000" kern="1200" dirty="0"/>
            <a:t>단순 속도 경쟁</a:t>
          </a:r>
          <a:r>
            <a:rPr lang="ko-KR" altLang="en-US" sz="3000" kern="1200" dirty="0"/>
            <a:t>이 아닌</a:t>
          </a:r>
          <a:r>
            <a:rPr lang="en-US" altLang="ko-KR" sz="3000" kern="1200" dirty="0"/>
            <a:t>,</a:t>
          </a:r>
          <a:r>
            <a:rPr lang="en-US" sz="3000" kern="1200" dirty="0"/>
            <a:t> </a:t>
          </a:r>
          <a:r>
            <a:rPr lang="ko-KR" sz="3000" kern="1200" dirty="0"/>
            <a:t>다양한 상호작용과 전략적 요소를 통해 새로운 타자 게임 경험을 제공</a:t>
          </a:r>
          <a:endParaRPr lang="en-US" sz="3000" kern="1200" dirty="0"/>
        </a:p>
      </dsp:txBody>
      <dsp:txXfrm>
        <a:off x="6206493" y="621898"/>
        <a:ext cx="4419135" cy="274383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B0DB3-A8FF-4ABB-9E2E-D960422260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3025308"/>
          </a:xfrm>
        </p:spPr>
        <p:txBody>
          <a:bodyPr anchor="b"/>
          <a:lstStyle>
            <a:lvl1pPr algn="ctr"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EE0618-75D7-410F-859C-CDF53BC53E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86729"/>
            <a:ext cx="9144000" cy="1135529"/>
          </a:xfrm>
        </p:spPr>
        <p:txBody>
          <a:bodyPr>
            <a:normAutofit/>
          </a:bodyPr>
          <a:lstStyle>
            <a:lvl1pPr marL="0" indent="0" algn="ctr">
              <a:lnSpc>
                <a:spcPct val="12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37F11-76DB-4DD9-9747-3F38D05BA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59F581-81B0-44B3-ABA5-A25CA4BAE4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0D591-ADCF-4300-8282-72AE357F3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4370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75558-A264-444E-829B-51AAE6B4B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8D9373-37D1-4135-8D34-755E139F79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E4A6B-1966-4E57-9FB8-8B111E97B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3FC3DD-F2BE-41FF-895B-00129AAB1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1F830C-8424-4FAF-A011-605AE1D14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5766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A1BE8-ECC1-4027-B16E-C7BECCA9D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46C7E1-471A-46AA-8068-98E68C0C2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7C9F8F-EC48-4D16-B4C6-023A7B607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FA5B3-F726-417B-932A-B93E0C8F5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7D21F1-1A24-43EA-AB09-3024C491E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4516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16569-B648-4D50-BEB8-E8DAE24D6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831B3-A1FD-470C-BEEE-4CFB441502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924493"/>
            <a:ext cx="5181600" cy="42524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F34A17-C244-438C-9AE3-FB9B3CE3BD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924493"/>
            <a:ext cx="5181600" cy="42524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CFA3AA-3FC1-4B98-8F99-1726F1AC0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E10883-BACC-41A1-9067-ECFDB937D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7660A2-13C9-4432-A6EB-A4FF3D78F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2790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7C843-C993-4E9C-80DD-3620816E5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A8E3-B066-4511-9C6E-A3435B64DD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734325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E86B63-4102-4802-94D7-F138F80F3E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58237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924765-08A7-4A60-86DC-DC420F60BB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734325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AA2795-EFB6-4000-8F25-FBB62646C0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58237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942CFB-FE12-494A-9C41-3CB90F07B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3A07E3-59E1-4EBD-9687-4B6ABE96A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F7BB23-7539-4674-8B66-ACEFF9468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772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841DB-C73C-4968-B434-A6AA14DAF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8152BF-92C7-4BF5-A9DB-16A0BF0F5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289DB7-F492-4037-A439-D70F7E556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FA96F1-8B8A-4E83-B3C2-E10DE522A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6594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031033-9688-463F-9614-47F2F5BC6B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5B8DB2-C14B-45AC-ACAF-8702DF59C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01DA57-8D4E-4075-9460-4F03DF8AA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4238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CBE2C-9DAA-489D-AC88-15CBBA8A9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124BE-E494-445A-A4FB-A2A8F28F0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2446DE-9A32-4774-9F7C-86678CA90E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00115D-61B3-46D0-B4D3-30C374B52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3C2AFC-D0F8-469F-B1E0-123C2E066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B9BCDA-9EF7-4531-8021-AF7B30751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629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AE558-F89F-4688-94E5-77F37D49F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CD35AF-8CA2-49BB-BAE9-F29A0186EC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5CAA98-55BD-4118-A8AF-D603060784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BFF4C5-82A8-4AD8-B7E2-2882F6576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60B401-B64F-417B-8AD6-581A22E5E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24BD4C-7149-44BF-8150-F72CAA95A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4698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E5C77-55F8-4677-A96C-E6D3F5545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A064EF-ADDA-4943-8F87-A7469D7997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B0D493-D1E7-4358-95E9-B5B80A49E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E98326-3276-4B9E-960F-10C6677BF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4C3AC2-288D-4FEE-BF80-0EAEDDFAB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628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333C6A-5417-40BD-BF7A-9405832237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3BCB45-B343-46F6-9718-AA0D68CED1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BDA2A4-FD34-4E17-908F-4367B1E644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B87AE3-776D-451D-AA52-C06B74724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A0C4D5-BE1E-4D6A-9196-E0F9E42B2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6442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436E0F2-A64B-471E-93C0-8DFE08CC57C8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C1E3AB1-2A8C-4607-9FAE-D8BDB280FE1A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6D66059-832F-40B6-A35F-F56C8F38A1E7}"/>
              </a:ext>
            </a:extLst>
          </p:cNvPr>
          <p:cNvCxnSpPr>
            <a:cxnSpLocks/>
          </p:cNvCxnSpPr>
          <p:nvPr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515E2ED-7EA9-448D-83FA-54C3DF9723BD}"/>
              </a:ext>
            </a:extLst>
          </p:cNvPr>
          <p:cNvCxnSpPr>
            <a:cxnSpLocks/>
          </p:cNvCxnSpPr>
          <p:nvPr/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0595356-EABD-4767-AC9D-EA21FF115EC0}"/>
              </a:ext>
            </a:extLst>
          </p:cNvPr>
          <p:cNvCxnSpPr>
            <a:cxnSpLocks/>
          </p:cNvCxnSpPr>
          <p:nvPr/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8CD9F06-9628-469C-B788-A894E3E08281}"/>
              </a:ext>
            </a:extLst>
          </p:cNvPr>
          <p:cNvCxnSpPr>
            <a:cxnSpLocks/>
          </p:cNvCxnSpPr>
          <p:nvPr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550A431-0B61-421B-B4B7-24C0CFF0F938}"/>
              </a:ext>
            </a:extLst>
          </p:cNvPr>
          <p:cNvCxnSpPr>
            <a:cxnSpLocks/>
          </p:cNvCxnSpPr>
          <p:nvPr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5B94C5-D205-4339-B029-5D0FD2E5F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533401"/>
            <a:ext cx="9906000" cy="1382156"/>
          </a:xfrm>
          <a:prstGeom prst="rect">
            <a:avLst/>
          </a:prstGeom>
        </p:spPr>
        <p:txBody>
          <a:bodyPr lIns="109728" tIns="109728" rIns="109728" bIns="91440"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96DC5C-BD34-4CE4-8AA7-A6A4B9516F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000" y="2009554"/>
            <a:ext cx="9906000" cy="4024424"/>
          </a:xfrm>
          <a:prstGeom prst="rect">
            <a:avLst/>
          </a:prstGeom>
        </p:spPr>
        <p:txBody>
          <a:bodyPr lIns="109728" tIns="109728" rIns="109728" bIns="9144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F192A7-D622-449D-9FC2-48FDE4D690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337102" y="6398878"/>
            <a:ext cx="4193908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r">
              <a:defRPr sz="1100">
                <a:solidFill>
                  <a:schemeClr val="tx2"/>
                </a:solidFill>
                <a:latin typeface="+mn-lt"/>
              </a:defRPr>
            </a:lvl1pPr>
          </a:lstStyle>
          <a:p>
            <a:fld id="{11EAACC7-3B3F-47D1-959A-EF58926E955E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5B93C-2BE9-4847-BFE5-D3CBCC6E9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54429" y="6398878"/>
            <a:ext cx="4497315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200" b="1" spc="30" baseline="0">
                <a:solidFill>
                  <a:schemeClr val="tx2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F70A99-395E-4F22-8AAB-6C7EE743D7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02477" y="6398878"/>
            <a:ext cx="470887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r">
              <a:defRPr sz="1100">
                <a:solidFill>
                  <a:schemeClr val="tx2"/>
                </a:solidFill>
                <a:latin typeface="+mn-lt"/>
              </a:defRPr>
            </a:lvl1pPr>
          </a:lstStyle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684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24" r:id="rId4"/>
    <p:sldLayoutId id="2147483725" r:id="rId5"/>
    <p:sldLayoutId id="2147483730" r:id="rId6"/>
    <p:sldLayoutId id="2147483726" r:id="rId7"/>
    <p:sldLayoutId id="2147483727" r:id="rId8"/>
    <p:sldLayoutId id="2147483728" r:id="rId9"/>
    <p:sldLayoutId id="2147483729" r:id="rId10"/>
    <p:sldLayoutId id="2147483731" r:id="rId11"/>
  </p:sldLayoutIdLst>
  <p:txStyles>
    <p:titleStyle>
      <a:lvl1pPr algn="l" defTabSz="914400" rtl="0" eaLnBrk="1" latinLnBrk="0" hangingPunct="1">
        <a:lnSpc>
          <a:spcPct val="105000"/>
        </a:lnSpc>
        <a:spcBef>
          <a:spcPct val="0"/>
        </a:spcBef>
        <a:buNone/>
        <a:defRPr sz="4800" b="1" i="0" kern="1200" cap="none" spc="15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SzPct val="80000"/>
        <a:buFont typeface="Arial" panose="020B0604020202020204" pitchFamily="34" charset="0"/>
        <a:buChar char="•"/>
        <a:defRPr sz="2300" kern="1200" spc="4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2000" kern="1200" spc="4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800" kern="1200" spc="4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 spc="4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 spc="4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88933B-CFB2-4662-9CA9-2C1E08385B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909EEE1-52DB-4A86-AFCE-CCE904184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2"/>
            <a:ext cx="12192000" cy="685734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B6F0D66-368C-0A54-D6C6-0D0CE38741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5869" y="1994264"/>
            <a:ext cx="6935872" cy="3922755"/>
          </a:xfrm>
        </p:spPr>
        <p:txBody>
          <a:bodyPr>
            <a:normAutofit/>
          </a:bodyPr>
          <a:lstStyle/>
          <a:p>
            <a:pPr algn="r"/>
            <a:r>
              <a:rPr lang="ko-KR" altLang="en-US" dirty="0"/>
              <a:t>멀티플레이 </a:t>
            </a:r>
            <a:br>
              <a:rPr lang="en-US" altLang="ko-KR" dirty="0"/>
            </a:br>
            <a:r>
              <a:rPr lang="ko-KR" altLang="en-US" dirty="0"/>
              <a:t>타자 게임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en-US" altLang="ko-KR" dirty="0"/>
              <a:t>Typing Arena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86F8CCD-4808-4CA1-9B84-015B989DD8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83790" y="1050878"/>
            <a:ext cx="6157951" cy="943386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</a:pPr>
            <a:r>
              <a:rPr lang="ko-KR" altLang="en-US" dirty="0"/>
              <a:t>자바 프로그래밍 심화 </a:t>
            </a:r>
            <a:r>
              <a:rPr lang="en-US" altLang="ko-KR" dirty="0"/>
              <a:t>2</a:t>
            </a:r>
            <a:r>
              <a:rPr lang="ko-KR" altLang="en-US" dirty="0"/>
              <a:t>조</a:t>
            </a:r>
            <a:endParaRPr lang="en-US" altLang="ko-KR" dirty="0"/>
          </a:p>
          <a:p>
            <a:pPr algn="r">
              <a:lnSpc>
                <a:spcPct val="110000"/>
              </a:lnSpc>
            </a:pPr>
            <a:r>
              <a:rPr lang="ko-KR" altLang="en-US" dirty="0"/>
              <a:t>임준혁 </a:t>
            </a:r>
            <a:r>
              <a:rPr lang="ko-KR" altLang="en-US" dirty="0" err="1"/>
              <a:t>남궁재민</a:t>
            </a:r>
            <a:r>
              <a:rPr lang="ko-KR" altLang="en-US" dirty="0"/>
              <a:t> </a:t>
            </a:r>
            <a:r>
              <a:rPr lang="ko-KR" altLang="en-US" dirty="0" err="1"/>
              <a:t>두하민</a:t>
            </a:r>
            <a:endParaRPr lang="ko-KR" alt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052D66-3FBE-D132-A898-B10DD799E3C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503" r="17341"/>
          <a:stretch>
            <a:fillRect/>
          </a:stretch>
        </p:blipFill>
        <p:spPr>
          <a:xfrm>
            <a:off x="-2573" y="10"/>
            <a:ext cx="4811317" cy="6857988"/>
          </a:xfrm>
          <a:custGeom>
            <a:avLst/>
            <a:gdLst/>
            <a:ahLst/>
            <a:cxnLst/>
            <a:rect l="l" t="t" r="r" b="b"/>
            <a:pathLst>
              <a:path w="4811317" h="6857998">
                <a:moveTo>
                  <a:pt x="0" y="0"/>
                </a:moveTo>
                <a:lnTo>
                  <a:pt x="4811317" y="0"/>
                </a:lnTo>
                <a:lnTo>
                  <a:pt x="2712446" y="6857998"/>
                </a:lnTo>
                <a:lnTo>
                  <a:pt x="0" y="6857998"/>
                </a:lnTo>
                <a:close/>
              </a:path>
            </a:pathLst>
          </a:cu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26FE4BA-3BD1-4AB3-A3EB-39FF16D964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3418764" y="0"/>
            <a:ext cx="815637" cy="6857348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BD85EF3-E980-4EF9-BF91-C0540D302A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  <a:endCxn id="15" idx="2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468380"/>
            <a:ext cx="6096000" cy="1389619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0672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F430E9F-3B61-4A75-9A34-1EF839CC7C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5A93CC3-99AA-471D-9142-5BD2235D6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3"/>
            <a:ext cx="12192000" cy="20089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D5A1EFF-2E6F-4210-A283-AF9BE5B07C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4C9A7BB-4074-4704-B5B6-B526355DFE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478117" y="0"/>
            <a:ext cx="340591" cy="200955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D5622E3-2C65-496F-9C3F-CBEE21924A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0" y="1299548"/>
            <a:ext cx="1769035" cy="69557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4ED111D-3746-4B9C-AEE8-7AB8346701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331150" y="1171094"/>
            <a:ext cx="4860850" cy="82402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5AE1D3C-1EF9-4A89-B613-EE7B789102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8968704" y="0"/>
            <a:ext cx="2147217" cy="1995117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EB35BA9F-4DB6-C748-8000-502273938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9553" y="497395"/>
            <a:ext cx="10064376" cy="1229756"/>
          </a:xfrm>
        </p:spPr>
        <p:txBody>
          <a:bodyPr>
            <a:normAutofit/>
          </a:bodyPr>
          <a:lstStyle/>
          <a:p>
            <a:r>
              <a:rPr lang="ko-KR" altLang="en-US" dirty="0"/>
              <a:t>프로젝트 목표 및 컨셉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DE80A3F-530A-4181-887F-9AAF6DCBF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94353" y="-14436"/>
            <a:ext cx="239059" cy="200955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AA56F7FD-0BD9-B600-E10E-E5115142291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54862904"/>
              </p:ext>
            </p:extLst>
          </p:nvPr>
        </p:nvGraphicFramePr>
        <p:xfrm>
          <a:off x="818708" y="2552700"/>
          <a:ext cx="10712302" cy="350314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747358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B78D151-52A1-46B3-8374-570DA802E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6BC0463-2CDF-D5DB-0AF8-7D3ADDD909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99" y="648586"/>
            <a:ext cx="5197245" cy="1456660"/>
          </a:xfrm>
        </p:spPr>
        <p:txBody>
          <a:bodyPr>
            <a:normAutofit/>
          </a:bodyPr>
          <a:lstStyle/>
          <a:p>
            <a:r>
              <a:rPr lang="ko-KR" altLang="en-US" dirty="0"/>
              <a:t>미니게임 소개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50F0FDC-61D5-2A3C-A8A1-C5577BA991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2999" y="2124189"/>
            <a:ext cx="5197245" cy="4200411"/>
          </a:xfrm>
        </p:spPr>
        <p:txBody>
          <a:bodyPr anchor="ctr">
            <a:normAutofit/>
          </a:bodyPr>
          <a:lstStyle/>
          <a:p>
            <a:r>
              <a:rPr lang="ko-KR" altLang="en-US" dirty="0"/>
              <a:t>경쟁</a:t>
            </a:r>
            <a:endParaRPr lang="en-US" altLang="ko-KR" dirty="0"/>
          </a:p>
          <a:p>
            <a:pPr lvl="1"/>
            <a:r>
              <a:rPr lang="ko-KR" altLang="en-US" dirty="0"/>
              <a:t>줄다리기</a:t>
            </a:r>
            <a:endParaRPr lang="en-US" altLang="ko-KR" dirty="0"/>
          </a:p>
          <a:p>
            <a:pPr lvl="1"/>
            <a:r>
              <a:rPr lang="ko-KR" altLang="en-US" dirty="0"/>
              <a:t>땅따먹기</a:t>
            </a:r>
            <a:endParaRPr lang="en-US" altLang="ko-KR" dirty="0"/>
          </a:p>
          <a:p>
            <a:r>
              <a:rPr lang="ko-KR" altLang="en-US" dirty="0"/>
              <a:t>협동</a:t>
            </a:r>
            <a:endParaRPr lang="en-US" altLang="ko-KR" dirty="0"/>
          </a:p>
          <a:p>
            <a:pPr lvl="1"/>
            <a:r>
              <a:rPr lang="ko-KR" altLang="en-US" dirty="0"/>
              <a:t>성 지키기</a:t>
            </a:r>
          </a:p>
        </p:txBody>
      </p:sp>
      <p:sp>
        <p:nvSpPr>
          <p:cNvPr id="13" name="Rectangle 23">
            <a:extLst>
              <a:ext uri="{FF2B5EF4-FFF2-40B4-BE49-F238E27FC236}">
                <a16:creationId xmlns:a16="http://schemas.microsoft.com/office/drawing/2014/main" id="{6C745475-F6E1-4944-B2F1-A82F3444F7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 flipV="1">
            <a:off x="7323273" y="-18942"/>
            <a:ext cx="4868727" cy="6895884"/>
          </a:xfrm>
          <a:custGeom>
            <a:avLst/>
            <a:gdLst>
              <a:gd name="connsiteX0" fmla="*/ 0 w 5803153"/>
              <a:gd name="connsiteY0" fmla="*/ 0 h 6857998"/>
              <a:gd name="connsiteX1" fmla="*/ 5803153 w 5803153"/>
              <a:gd name="connsiteY1" fmla="*/ 0 h 6857998"/>
              <a:gd name="connsiteX2" fmla="*/ 5803153 w 5803153"/>
              <a:gd name="connsiteY2" fmla="*/ 6857998 h 6857998"/>
              <a:gd name="connsiteX3" fmla="*/ 0 w 5803153"/>
              <a:gd name="connsiteY3" fmla="*/ 6857998 h 6857998"/>
              <a:gd name="connsiteX4" fmla="*/ 0 w 5803153"/>
              <a:gd name="connsiteY4" fmla="*/ 0 h 6857998"/>
              <a:gd name="connsiteX0" fmla="*/ 1016000 w 5803153"/>
              <a:gd name="connsiteY0" fmla="*/ 0 h 6857998"/>
              <a:gd name="connsiteX1" fmla="*/ 5803153 w 5803153"/>
              <a:gd name="connsiteY1" fmla="*/ 0 h 6857998"/>
              <a:gd name="connsiteX2" fmla="*/ 5803153 w 5803153"/>
              <a:gd name="connsiteY2" fmla="*/ 6857998 h 6857998"/>
              <a:gd name="connsiteX3" fmla="*/ 0 w 5803153"/>
              <a:gd name="connsiteY3" fmla="*/ 6857998 h 6857998"/>
              <a:gd name="connsiteX4" fmla="*/ 1016000 w 5803153"/>
              <a:gd name="connsiteY4" fmla="*/ 0 h 6857998"/>
              <a:gd name="connsiteX0" fmla="*/ 1338729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1338729 w 6125882"/>
              <a:gd name="connsiteY4" fmla="*/ 0 h 6857998"/>
              <a:gd name="connsiteX0" fmla="*/ 1697317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1697317 w 6125882"/>
              <a:gd name="connsiteY4" fmla="*/ 0 h 6857998"/>
              <a:gd name="connsiteX0" fmla="*/ 2702091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2702091 w 6125882"/>
              <a:gd name="connsiteY4" fmla="*/ 0 h 6857998"/>
              <a:gd name="connsiteX0" fmla="*/ 1215089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1215089 w 6125882"/>
              <a:gd name="connsiteY4" fmla="*/ 0 h 6857998"/>
              <a:gd name="connsiteX0" fmla="*/ 1222204 w 6132997"/>
              <a:gd name="connsiteY0" fmla="*/ 0 h 6881904"/>
              <a:gd name="connsiteX1" fmla="*/ 6132997 w 6132997"/>
              <a:gd name="connsiteY1" fmla="*/ 0 h 6881904"/>
              <a:gd name="connsiteX2" fmla="*/ 6132997 w 6132997"/>
              <a:gd name="connsiteY2" fmla="*/ 6857998 h 6881904"/>
              <a:gd name="connsiteX3" fmla="*/ 0 w 6132997"/>
              <a:gd name="connsiteY3" fmla="*/ 6881904 h 6881904"/>
              <a:gd name="connsiteX4" fmla="*/ 1222204 w 6132997"/>
              <a:gd name="connsiteY4" fmla="*/ 0 h 6881904"/>
              <a:gd name="connsiteX0" fmla="*/ 1348644 w 6132997"/>
              <a:gd name="connsiteY0" fmla="*/ 0 h 6893857"/>
              <a:gd name="connsiteX1" fmla="*/ 6132997 w 6132997"/>
              <a:gd name="connsiteY1" fmla="*/ 11953 h 6893857"/>
              <a:gd name="connsiteX2" fmla="*/ 6132997 w 6132997"/>
              <a:gd name="connsiteY2" fmla="*/ 6869951 h 6893857"/>
              <a:gd name="connsiteX3" fmla="*/ 0 w 6132997"/>
              <a:gd name="connsiteY3" fmla="*/ 6893857 h 6893857"/>
              <a:gd name="connsiteX4" fmla="*/ 1348644 w 6132997"/>
              <a:gd name="connsiteY4" fmla="*/ 0 h 6893857"/>
              <a:gd name="connsiteX0" fmla="*/ 1457021 w 6132997"/>
              <a:gd name="connsiteY0" fmla="*/ 0 h 6893857"/>
              <a:gd name="connsiteX1" fmla="*/ 6132997 w 6132997"/>
              <a:gd name="connsiteY1" fmla="*/ 11953 h 6893857"/>
              <a:gd name="connsiteX2" fmla="*/ 6132997 w 6132997"/>
              <a:gd name="connsiteY2" fmla="*/ 6869951 h 6893857"/>
              <a:gd name="connsiteX3" fmla="*/ 0 w 6132997"/>
              <a:gd name="connsiteY3" fmla="*/ 6893857 h 6893857"/>
              <a:gd name="connsiteX4" fmla="*/ 1457021 w 6132997"/>
              <a:gd name="connsiteY4" fmla="*/ 0 h 6893857"/>
              <a:gd name="connsiteX0" fmla="*/ 1754909 w 6430885"/>
              <a:gd name="connsiteY0" fmla="*/ 0 h 6869951"/>
              <a:gd name="connsiteX1" fmla="*/ 6430885 w 6430885"/>
              <a:gd name="connsiteY1" fmla="*/ 11953 h 6869951"/>
              <a:gd name="connsiteX2" fmla="*/ 6430885 w 6430885"/>
              <a:gd name="connsiteY2" fmla="*/ 6869951 h 6869951"/>
              <a:gd name="connsiteX3" fmla="*/ 0 w 6430885"/>
              <a:gd name="connsiteY3" fmla="*/ 6869951 h 6869951"/>
              <a:gd name="connsiteX4" fmla="*/ 1754909 w 6430885"/>
              <a:gd name="connsiteY4" fmla="*/ 0 h 6869951"/>
              <a:gd name="connsiteX0" fmla="*/ 2023235 w 6699211"/>
              <a:gd name="connsiteY0" fmla="*/ 0 h 6869951"/>
              <a:gd name="connsiteX1" fmla="*/ 6699211 w 6699211"/>
              <a:gd name="connsiteY1" fmla="*/ 11953 h 6869951"/>
              <a:gd name="connsiteX2" fmla="*/ 6699211 w 6699211"/>
              <a:gd name="connsiteY2" fmla="*/ 6869951 h 6869951"/>
              <a:gd name="connsiteX3" fmla="*/ 0 w 6699211"/>
              <a:gd name="connsiteY3" fmla="*/ 6856303 h 6869951"/>
              <a:gd name="connsiteX4" fmla="*/ 2023235 w 6699211"/>
              <a:gd name="connsiteY4" fmla="*/ 0 h 6869951"/>
              <a:gd name="connsiteX0" fmla="*/ 2702995 w 6699211"/>
              <a:gd name="connsiteY0" fmla="*/ 42638 h 6857998"/>
              <a:gd name="connsiteX1" fmla="*/ 6699211 w 6699211"/>
              <a:gd name="connsiteY1" fmla="*/ 0 h 6857998"/>
              <a:gd name="connsiteX2" fmla="*/ 6699211 w 6699211"/>
              <a:gd name="connsiteY2" fmla="*/ 6857998 h 6857998"/>
              <a:gd name="connsiteX3" fmla="*/ 0 w 6699211"/>
              <a:gd name="connsiteY3" fmla="*/ 6844350 h 6857998"/>
              <a:gd name="connsiteX4" fmla="*/ 2702995 w 6699211"/>
              <a:gd name="connsiteY4" fmla="*/ 42638 h 6857998"/>
              <a:gd name="connsiteX0" fmla="*/ 2323794 w 6699211"/>
              <a:gd name="connsiteY0" fmla="*/ 54619 h 6857998"/>
              <a:gd name="connsiteX1" fmla="*/ 6699211 w 6699211"/>
              <a:gd name="connsiteY1" fmla="*/ 0 h 6857998"/>
              <a:gd name="connsiteX2" fmla="*/ 6699211 w 6699211"/>
              <a:gd name="connsiteY2" fmla="*/ 6857998 h 6857998"/>
              <a:gd name="connsiteX3" fmla="*/ 0 w 6699211"/>
              <a:gd name="connsiteY3" fmla="*/ 6844350 h 6857998"/>
              <a:gd name="connsiteX4" fmla="*/ 2323794 w 6699211"/>
              <a:gd name="connsiteY4" fmla="*/ 54619 h 6857998"/>
              <a:gd name="connsiteX0" fmla="*/ 2323794 w 6699211"/>
              <a:gd name="connsiteY0" fmla="*/ 18674 h 6822053"/>
              <a:gd name="connsiteX1" fmla="*/ 6699211 w 6699211"/>
              <a:gd name="connsiteY1" fmla="*/ 0 h 6822053"/>
              <a:gd name="connsiteX2" fmla="*/ 6699211 w 6699211"/>
              <a:gd name="connsiteY2" fmla="*/ 6822053 h 6822053"/>
              <a:gd name="connsiteX3" fmla="*/ 0 w 6699211"/>
              <a:gd name="connsiteY3" fmla="*/ 6808405 h 6822053"/>
              <a:gd name="connsiteX4" fmla="*/ 2323794 w 6699211"/>
              <a:gd name="connsiteY4" fmla="*/ 18674 h 6822053"/>
              <a:gd name="connsiteX0" fmla="*/ 3105369 w 7480786"/>
              <a:gd name="connsiteY0" fmla="*/ 18674 h 6822053"/>
              <a:gd name="connsiteX1" fmla="*/ 7480786 w 7480786"/>
              <a:gd name="connsiteY1" fmla="*/ 0 h 6822053"/>
              <a:gd name="connsiteX2" fmla="*/ 7480786 w 7480786"/>
              <a:gd name="connsiteY2" fmla="*/ 6822053 h 6822053"/>
              <a:gd name="connsiteX3" fmla="*/ 0 w 7480786"/>
              <a:gd name="connsiteY3" fmla="*/ 6820387 h 6822053"/>
              <a:gd name="connsiteX4" fmla="*/ 3105369 w 7480786"/>
              <a:gd name="connsiteY4" fmla="*/ 18674 h 68220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480786" h="6822053">
                <a:moveTo>
                  <a:pt x="3105369" y="18674"/>
                </a:moveTo>
                <a:lnTo>
                  <a:pt x="7480786" y="0"/>
                </a:lnTo>
                <a:lnTo>
                  <a:pt x="7480786" y="6822053"/>
                </a:lnTo>
                <a:lnTo>
                  <a:pt x="0" y="6820387"/>
                </a:lnTo>
                <a:lnTo>
                  <a:pt x="3105369" y="18674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2F61726-9292-4844-9EBF-341051AAFD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40256" y="0"/>
            <a:ext cx="4651744" cy="2613004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그림 4" descr="텍스트, 스크린샷, 게임, 득점판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549F41B-7D8B-0C12-FB76-F5D56A2DB5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22553" y="942976"/>
            <a:ext cx="3262720" cy="2773312"/>
          </a:xfrm>
          <a:prstGeom prst="rect">
            <a:avLst/>
          </a:prstGeom>
        </p:spPr>
      </p:pic>
      <p:pic>
        <p:nvPicPr>
          <p:cNvPr id="4" name="그림 3" descr="스케치, 실루엣, 흑백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5FC2FF6-B65A-AD5C-47DC-500934AF2C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2081" y="1631563"/>
            <a:ext cx="3990291" cy="2244538"/>
          </a:xfrm>
          <a:prstGeom prst="rect">
            <a:avLst/>
          </a:prstGeom>
        </p:spPr>
      </p:pic>
      <p:pic>
        <p:nvPicPr>
          <p:cNvPr id="6" name="그림 5" descr="PC 게임, 비디오 게임 소프트웨어, 스크린샷, 전략 비디오 게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6C4B3D7-26B5-D270-E0A1-22AD6A1F71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7775" y="4085947"/>
            <a:ext cx="6467475" cy="2409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1425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F8222250-799A-4AD0-9BD1-BE6EB7A06A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770432A-C0A6-4D4F-AE2C-705049DAB8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V="1">
            <a:off x="6244921" y="-5976"/>
            <a:ext cx="5947079" cy="6874927"/>
          </a:xfrm>
          <a:custGeom>
            <a:avLst/>
            <a:gdLst>
              <a:gd name="connsiteX0" fmla="*/ 0 w 4584879"/>
              <a:gd name="connsiteY0" fmla="*/ 0 h 6863976"/>
              <a:gd name="connsiteX1" fmla="*/ 4584879 w 4584879"/>
              <a:gd name="connsiteY1" fmla="*/ 0 h 6863976"/>
              <a:gd name="connsiteX2" fmla="*/ 2493114 w 4584879"/>
              <a:gd name="connsiteY2" fmla="*/ 6863976 h 6863976"/>
              <a:gd name="connsiteX3" fmla="*/ 0 w 4584879"/>
              <a:gd name="connsiteY3" fmla="*/ 6863976 h 6863976"/>
              <a:gd name="connsiteX0" fmla="*/ 0 w 4584879"/>
              <a:gd name="connsiteY0" fmla="*/ 0 h 6863976"/>
              <a:gd name="connsiteX1" fmla="*/ 4584879 w 4584879"/>
              <a:gd name="connsiteY1" fmla="*/ 0 h 6863976"/>
              <a:gd name="connsiteX2" fmla="*/ 3571269 w 4584879"/>
              <a:gd name="connsiteY2" fmla="*/ 6853025 h 6863976"/>
              <a:gd name="connsiteX3" fmla="*/ 0 w 4584879"/>
              <a:gd name="connsiteY3" fmla="*/ 6863976 h 6863976"/>
              <a:gd name="connsiteX4" fmla="*/ 0 w 4584879"/>
              <a:gd name="connsiteY4" fmla="*/ 0 h 6863976"/>
              <a:gd name="connsiteX0" fmla="*/ 0 w 4584879"/>
              <a:gd name="connsiteY0" fmla="*/ 0 h 6863976"/>
              <a:gd name="connsiteX1" fmla="*/ 4584879 w 4584879"/>
              <a:gd name="connsiteY1" fmla="*/ 0 h 6863976"/>
              <a:gd name="connsiteX2" fmla="*/ 3571269 w 4584879"/>
              <a:gd name="connsiteY2" fmla="*/ 6853025 h 6863976"/>
              <a:gd name="connsiteX3" fmla="*/ 0 w 4584879"/>
              <a:gd name="connsiteY3" fmla="*/ 6863976 h 6863976"/>
              <a:gd name="connsiteX4" fmla="*/ 0 w 4584879"/>
              <a:gd name="connsiteY4" fmla="*/ 0 h 6863976"/>
              <a:gd name="connsiteX0" fmla="*/ 0 w 4584879"/>
              <a:gd name="connsiteY0" fmla="*/ 0 h 6863976"/>
              <a:gd name="connsiteX1" fmla="*/ 4584879 w 4584879"/>
              <a:gd name="connsiteY1" fmla="*/ 0 h 6863976"/>
              <a:gd name="connsiteX2" fmla="*/ 3677452 w 4584879"/>
              <a:gd name="connsiteY2" fmla="*/ 6853025 h 6863976"/>
              <a:gd name="connsiteX3" fmla="*/ 0 w 4584879"/>
              <a:gd name="connsiteY3" fmla="*/ 6863976 h 6863976"/>
              <a:gd name="connsiteX4" fmla="*/ 0 w 4584879"/>
              <a:gd name="connsiteY4" fmla="*/ 0 h 6863976"/>
              <a:gd name="connsiteX0" fmla="*/ 0 w 4584879"/>
              <a:gd name="connsiteY0" fmla="*/ 0 h 6874927"/>
              <a:gd name="connsiteX1" fmla="*/ 4584879 w 4584879"/>
              <a:gd name="connsiteY1" fmla="*/ 0 h 6874927"/>
              <a:gd name="connsiteX2" fmla="*/ 3693787 w 4584879"/>
              <a:gd name="connsiteY2" fmla="*/ 6874927 h 6874927"/>
              <a:gd name="connsiteX3" fmla="*/ 0 w 4584879"/>
              <a:gd name="connsiteY3" fmla="*/ 6863976 h 6874927"/>
              <a:gd name="connsiteX4" fmla="*/ 0 w 4584879"/>
              <a:gd name="connsiteY4" fmla="*/ 0 h 6874927"/>
              <a:gd name="connsiteX0" fmla="*/ 0 w 4584879"/>
              <a:gd name="connsiteY0" fmla="*/ 0 h 6874927"/>
              <a:gd name="connsiteX1" fmla="*/ 4584879 w 4584879"/>
              <a:gd name="connsiteY1" fmla="*/ 0 h 6874927"/>
              <a:gd name="connsiteX2" fmla="*/ 3842978 w 4584879"/>
              <a:gd name="connsiteY2" fmla="*/ 6874927 h 6874927"/>
              <a:gd name="connsiteX3" fmla="*/ 0 w 4584879"/>
              <a:gd name="connsiteY3" fmla="*/ 6863976 h 6874927"/>
              <a:gd name="connsiteX4" fmla="*/ 0 w 4584879"/>
              <a:gd name="connsiteY4" fmla="*/ 0 h 6874927"/>
              <a:gd name="connsiteX0" fmla="*/ 0 w 4435688"/>
              <a:gd name="connsiteY0" fmla="*/ 0 h 6874927"/>
              <a:gd name="connsiteX1" fmla="*/ 4435688 w 4435688"/>
              <a:gd name="connsiteY1" fmla="*/ 4763 h 6874927"/>
              <a:gd name="connsiteX2" fmla="*/ 3842978 w 4435688"/>
              <a:gd name="connsiteY2" fmla="*/ 6874927 h 6874927"/>
              <a:gd name="connsiteX3" fmla="*/ 0 w 4435688"/>
              <a:gd name="connsiteY3" fmla="*/ 6863976 h 6874927"/>
              <a:gd name="connsiteX4" fmla="*/ 0 w 4435688"/>
              <a:gd name="connsiteY4" fmla="*/ 0 h 6874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435688" h="6874927">
                <a:moveTo>
                  <a:pt x="0" y="0"/>
                </a:moveTo>
                <a:lnTo>
                  <a:pt x="4435688" y="4763"/>
                </a:lnTo>
                <a:lnTo>
                  <a:pt x="3842978" y="6874927"/>
                </a:lnTo>
                <a:lnTo>
                  <a:pt x="0" y="6863976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242F1BE-85EC-CD9B-6737-2011F266D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18705" y="542926"/>
            <a:ext cx="4439894" cy="1668143"/>
          </a:xfrm>
        </p:spPr>
        <p:txBody>
          <a:bodyPr>
            <a:normAutofit/>
          </a:bodyPr>
          <a:lstStyle/>
          <a:p>
            <a:r>
              <a:rPr lang="ko-KR" altLang="en-US" sz="4000" dirty="0"/>
              <a:t>미니게임 공통사항</a:t>
            </a:r>
          </a:p>
        </p:txBody>
      </p:sp>
      <p:pic>
        <p:nvPicPr>
          <p:cNvPr id="9" name="그림 8" descr="예술, 다채로움, 보라색, 큐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B5D7254-4E5F-2A86-3185-6B4040CF83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557036"/>
            <a:ext cx="5270053" cy="5743927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8FBE787-8B1D-40E5-8468-6F665BB5D7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243268" y="0"/>
            <a:ext cx="488370" cy="6880404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97D8A8-51C6-9A95-CEA3-1103B50F89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18706" y="2211069"/>
            <a:ext cx="4439894" cy="4113531"/>
          </a:xfrm>
        </p:spPr>
        <p:txBody>
          <a:bodyPr>
            <a:normAutofit/>
          </a:bodyPr>
          <a:lstStyle/>
          <a:p>
            <a:r>
              <a:rPr lang="ko-KR" altLang="en-US" dirty="0"/>
              <a:t>모든 미니게임에는 아이템 요소를 추가하여 예측 불가능한 변수를 통해 재미를 더할 예정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게임별로 아이템을 다르게 준비</a:t>
            </a:r>
          </a:p>
        </p:txBody>
      </p:sp>
    </p:spTree>
    <p:extLst>
      <p:ext uri="{BB962C8B-B14F-4D97-AF65-F5344CB8AC3E}">
        <p14:creationId xmlns:p14="http://schemas.microsoft.com/office/powerpoint/2010/main" val="7361674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DD16DE02-C2C8-477C-9FD7-70A983BDE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13AF29F-D5EC-4489-BF8F-3B356C5972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3"/>
            <a:ext cx="12192000" cy="20089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0173A01-F891-430E-B39E-483E711B20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17">
            <a:extLst>
              <a:ext uri="{FF2B5EF4-FFF2-40B4-BE49-F238E27FC236}">
                <a16:creationId xmlns:a16="http://schemas.microsoft.com/office/drawing/2014/main" id="{1E0363E9-7CD0-497E-88D7-940136490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478117" y="0"/>
            <a:ext cx="340591" cy="200955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19">
            <a:extLst>
              <a:ext uri="{FF2B5EF4-FFF2-40B4-BE49-F238E27FC236}">
                <a16:creationId xmlns:a16="http://schemas.microsoft.com/office/drawing/2014/main" id="{ECCD4B14-FFCC-4CE5-BC9D-DF47AA1AD7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331150" y="1171094"/>
            <a:ext cx="4860850" cy="82402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1">
            <a:extLst>
              <a:ext uri="{FF2B5EF4-FFF2-40B4-BE49-F238E27FC236}">
                <a16:creationId xmlns:a16="http://schemas.microsoft.com/office/drawing/2014/main" id="{15DED734-54E5-48ED-AEE6-165F24827C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8968704" y="0"/>
            <a:ext cx="2147217" cy="1995117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5EDB189B-BC7F-AF65-532C-F63C02D67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9553" y="584791"/>
            <a:ext cx="10064376" cy="1086847"/>
          </a:xfrm>
        </p:spPr>
        <p:txBody>
          <a:bodyPr>
            <a:normAutofit/>
          </a:bodyPr>
          <a:lstStyle/>
          <a:p>
            <a:r>
              <a:rPr lang="ko-KR" altLang="en-US" dirty="0"/>
              <a:t>줄다리기</a:t>
            </a:r>
          </a:p>
        </p:txBody>
      </p:sp>
      <p:cxnSp>
        <p:nvCxnSpPr>
          <p:cNvPr id="29" name="Straight Connector 23">
            <a:extLst>
              <a:ext uri="{FF2B5EF4-FFF2-40B4-BE49-F238E27FC236}">
                <a16:creationId xmlns:a16="http://schemas.microsoft.com/office/drawing/2014/main" id="{34222167-616B-448F-A79B-219A4FD3DD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94353" y="0"/>
            <a:ext cx="239059" cy="200955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C43E078-13CD-7D77-38EB-9FACCC0661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9554" y="2499694"/>
            <a:ext cx="5831833" cy="3824906"/>
          </a:xfrm>
        </p:spPr>
        <p:txBody>
          <a:bodyPr anchor="ctr">
            <a:normAutofit/>
          </a:bodyPr>
          <a:lstStyle/>
          <a:p>
            <a:r>
              <a:rPr lang="ko-KR" altLang="en-US" dirty="0"/>
              <a:t>실시간으로 단어를 입력해</a:t>
            </a:r>
            <a:br>
              <a:rPr lang="en-US" altLang="ko-KR" dirty="0"/>
            </a:br>
            <a:r>
              <a:rPr lang="ko-KR" altLang="en-US" dirty="0"/>
              <a:t>중앙의 밧줄을 당겨오는</a:t>
            </a:r>
            <a:br>
              <a:rPr lang="en-US" altLang="ko-KR" dirty="0"/>
            </a:br>
            <a:r>
              <a:rPr lang="ko-KR" altLang="en-US" dirty="0"/>
              <a:t>힘겨루기 모드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A6D139A-8CB8-139C-8658-2974F70D6D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8227" y="2384973"/>
            <a:ext cx="6381965" cy="4025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30487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AFAFFE-1F0F-25DA-20C6-49D594E6D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줄다리기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61F7BA-C5EC-40BB-F8E9-E882912390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아이템</a:t>
            </a:r>
            <a:r>
              <a:rPr lang="en-US" altLang="ko-KR" dirty="0"/>
              <a:t>: </a:t>
            </a:r>
            <a:r>
              <a:rPr lang="ko-KR" altLang="en-US" dirty="0"/>
              <a:t>게임 진행중에 단어들이 랜덤으로 초록색이나 빨간색으로 표시된다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 err="1"/>
              <a:t>버프아이템</a:t>
            </a:r>
            <a:r>
              <a:rPr lang="en-US" altLang="ko-KR" dirty="0"/>
              <a:t>: </a:t>
            </a:r>
            <a:r>
              <a:rPr lang="ko-KR" altLang="en-US" dirty="0"/>
              <a:t>자신에게 유리한 아이템</a:t>
            </a:r>
            <a:endParaRPr lang="en-US" altLang="ko-KR" dirty="0"/>
          </a:p>
          <a:p>
            <a:pPr lvl="2"/>
            <a:r>
              <a:rPr lang="ko-KR" altLang="en-US" dirty="0" err="1"/>
              <a:t>파워그립</a:t>
            </a:r>
            <a:r>
              <a:rPr lang="en-US" altLang="ko-KR" dirty="0"/>
              <a:t>: </a:t>
            </a:r>
            <a:r>
              <a:rPr lang="ko-KR" altLang="en-US" dirty="0"/>
              <a:t>점수 </a:t>
            </a:r>
            <a:r>
              <a:rPr lang="en-US" altLang="ko-KR" dirty="0"/>
              <a:t>2</a:t>
            </a:r>
            <a:r>
              <a:rPr lang="ko-KR" altLang="en-US" dirty="0"/>
              <a:t>배</a:t>
            </a:r>
            <a:endParaRPr lang="en-US" altLang="ko-KR" dirty="0"/>
          </a:p>
          <a:p>
            <a:pPr lvl="2"/>
            <a:r>
              <a:rPr lang="ko-KR" altLang="en-US" dirty="0"/>
              <a:t>앵커</a:t>
            </a:r>
            <a:r>
              <a:rPr lang="en-US" altLang="ko-KR" dirty="0"/>
              <a:t>: </a:t>
            </a:r>
            <a:r>
              <a:rPr lang="ko-KR" altLang="en-US" dirty="0"/>
              <a:t>밧줄 </a:t>
            </a:r>
            <a:r>
              <a:rPr lang="ko-KR" altLang="en-US" dirty="0" err="1"/>
              <a:t>안밀리기</a:t>
            </a:r>
            <a:endParaRPr lang="ko-KR" altLang="en-US" dirty="0"/>
          </a:p>
          <a:p>
            <a:pPr lvl="1"/>
            <a:r>
              <a:rPr lang="ko-KR" altLang="en-US" dirty="0"/>
              <a:t>트랩아이템</a:t>
            </a:r>
            <a:r>
              <a:rPr lang="en-US" altLang="ko-KR" dirty="0"/>
              <a:t>: </a:t>
            </a:r>
            <a:r>
              <a:rPr lang="ko-KR" altLang="en-US" dirty="0"/>
              <a:t>상대방을 방해하는 아이템</a:t>
            </a:r>
            <a:endParaRPr lang="en-US" altLang="ko-KR" dirty="0"/>
          </a:p>
          <a:p>
            <a:pPr lvl="2"/>
            <a:r>
              <a:rPr lang="ko-KR" altLang="en-US" dirty="0"/>
              <a:t>먹물</a:t>
            </a:r>
            <a:r>
              <a:rPr lang="en-US" altLang="ko-KR" dirty="0"/>
              <a:t>: </a:t>
            </a:r>
            <a:r>
              <a:rPr lang="ko-KR" altLang="en-US" dirty="0"/>
              <a:t>단어 가리기</a:t>
            </a:r>
          </a:p>
          <a:p>
            <a:pPr lvl="1"/>
            <a:endParaRPr lang="en-US" altLang="ko-KR" dirty="0"/>
          </a:p>
          <a:p>
            <a:pPr lvl="1"/>
            <a:r>
              <a:rPr lang="ko-KR" altLang="en-US" dirty="0"/>
              <a:t>초록색으로 표시된 단어를 맞추면 </a:t>
            </a:r>
            <a:r>
              <a:rPr lang="ko-KR" altLang="en-US" dirty="0" err="1"/>
              <a:t>버프아이템</a:t>
            </a:r>
            <a:r>
              <a:rPr lang="ko-KR" altLang="en-US" dirty="0"/>
              <a:t> 중에 랜덤으로 사용된다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빨간색으로 표시된 단어를 맞추면 트랩아이템 중에 랜덤으로 사용된다</a:t>
            </a:r>
            <a:r>
              <a:rPr lang="en-US" altLang="ko-KR" dirty="0"/>
              <a:t>.</a:t>
            </a:r>
          </a:p>
          <a:p>
            <a:pPr lvl="1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90104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C765A1-B4B5-FF9E-E1D5-9AF9D9BF32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줄다리기</a:t>
            </a:r>
          </a:p>
        </p:txBody>
      </p:sp>
      <p:pic>
        <p:nvPicPr>
          <p:cNvPr id="6" name="20251106-1023-41.9577321">
            <a:hlinkClick r:id="" action="ppaction://media"/>
            <a:extLst>
              <a:ext uri="{FF2B5EF4-FFF2-40B4-BE49-F238E27FC236}">
                <a16:creationId xmlns:a16="http://schemas.microsoft.com/office/drawing/2014/main" id="{85149227-0A3F-5E4A-7887-8EAD659EAD2E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895600" y="2009775"/>
            <a:ext cx="6400800" cy="4024313"/>
          </a:xfrm>
        </p:spPr>
      </p:pic>
    </p:spTree>
    <p:extLst>
      <p:ext uri="{BB962C8B-B14F-4D97-AF65-F5344CB8AC3E}">
        <p14:creationId xmlns:p14="http://schemas.microsoft.com/office/powerpoint/2010/main" val="371810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111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4E69EC-1385-E4F7-DFA6-B0D36438C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3E4488-865F-14B9-2740-79CDFE4C5C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27739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F3E193-A75A-39B5-1AC1-97743E33B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역할분담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9AD8CD-64E5-0B27-2BAF-33DEEDC34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두하민</a:t>
            </a:r>
            <a:endParaRPr lang="en-US" altLang="ko-KR" dirty="0"/>
          </a:p>
          <a:p>
            <a:pPr lvl="1"/>
            <a:r>
              <a:rPr lang="ko-KR" altLang="en-US" b="1" dirty="0"/>
              <a:t>담당</a:t>
            </a:r>
            <a:r>
              <a:rPr lang="en-US" altLang="ko-KR" dirty="0"/>
              <a:t>: </a:t>
            </a:r>
            <a:r>
              <a:rPr lang="en-US" altLang="ko-KR" b="1" dirty="0"/>
              <a:t>'</a:t>
            </a:r>
            <a:r>
              <a:rPr lang="ko-KR" altLang="en-US" b="1" dirty="0"/>
              <a:t>성 지키기</a:t>
            </a:r>
            <a:r>
              <a:rPr lang="en-US" altLang="ko-KR" b="1" dirty="0"/>
              <a:t>'</a:t>
            </a:r>
            <a:r>
              <a:rPr lang="ko-KR" altLang="en-US" dirty="0"/>
              <a:t> 협동 게임 구현</a:t>
            </a:r>
            <a:r>
              <a:rPr lang="en-US" altLang="ko-KR" dirty="0"/>
              <a:t>,</a:t>
            </a:r>
            <a:r>
              <a:rPr lang="ko-KR" altLang="en-US" dirty="0"/>
              <a:t> 아이템 시스템 아이디어 및 구현</a:t>
            </a:r>
            <a:endParaRPr lang="en-US" altLang="ko-KR" dirty="0"/>
          </a:p>
          <a:p>
            <a:r>
              <a:rPr lang="ko-KR" altLang="en-US" dirty="0"/>
              <a:t>임준혁</a:t>
            </a:r>
            <a:endParaRPr lang="en-US" altLang="ko-KR" dirty="0"/>
          </a:p>
          <a:p>
            <a:pPr lvl="1"/>
            <a:r>
              <a:rPr lang="ko-KR" altLang="en-US" b="1" dirty="0"/>
              <a:t>담당</a:t>
            </a:r>
            <a:r>
              <a:rPr lang="en-US" altLang="ko-KR" dirty="0"/>
              <a:t>: </a:t>
            </a:r>
            <a:r>
              <a:rPr lang="ko-KR" altLang="en-US" dirty="0"/>
              <a:t>서버 및 네트워크 총괄</a:t>
            </a:r>
            <a:r>
              <a:rPr lang="en-US" altLang="ko-KR" dirty="0"/>
              <a:t>, </a:t>
            </a:r>
            <a:r>
              <a:rPr lang="en-US" altLang="ko-KR" b="1" dirty="0"/>
              <a:t>'</a:t>
            </a:r>
            <a:r>
              <a:rPr lang="ko-KR" altLang="en-US" b="1" dirty="0"/>
              <a:t>땅따먹기</a:t>
            </a:r>
            <a:r>
              <a:rPr lang="en-US" altLang="ko-KR" b="1" dirty="0"/>
              <a:t>'</a:t>
            </a:r>
            <a:r>
              <a:rPr lang="ko-KR" altLang="en-US" dirty="0"/>
              <a:t> 게임 구현</a:t>
            </a:r>
            <a:endParaRPr lang="en-US" altLang="ko-KR" dirty="0"/>
          </a:p>
          <a:p>
            <a:r>
              <a:rPr lang="ko-KR" altLang="en-US" dirty="0" err="1"/>
              <a:t>남궁재민</a:t>
            </a:r>
            <a:endParaRPr lang="en-US" altLang="ko-KR" dirty="0"/>
          </a:p>
          <a:p>
            <a:pPr lvl="1"/>
            <a:r>
              <a:rPr lang="ko-KR" altLang="en-US" b="1" dirty="0"/>
              <a:t>담당</a:t>
            </a:r>
            <a:r>
              <a:rPr lang="en-US" altLang="ko-KR" dirty="0"/>
              <a:t>: </a:t>
            </a:r>
            <a:r>
              <a:rPr lang="en-US" altLang="ko-KR" b="1" dirty="0"/>
              <a:t>'</a:t>
            </a:r>
            <a:r>
              <a:rPr lang="ko-KR" altLang="en-US" b="1" dirty="0"/>
              <a:t>줄다리기</a:t>
            </a:r>
            <a:r>
              <a:rPr lang="en-US" altLang="ko-KR" b="1" dirty="0"/>
              <a:t>'</a:t>
            </a:r>
            <a:r>
              <a:rPr lang="ko-KR" altLang="en-US" dirty="0"/>
              <a:t> 게임 구현</a:t>
            </a:r>
            <a:r>
              <a:rPr lang="en-US" altLang="ko-KR" dirty="0"/>
              <a:t>, </a:t>
            </a:r>
            <a:r>
              <a:rPr lang="ko-KR" altLang="en-US" dirty="0"/>
              <a:t>프로젝트 </a:t>
            </a:r>
            <a:r>
              <a:rPr lang="ko-KR" altLang="en-US"/>
              <a:t>구조 설계</a:t>
            </a:r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6460971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6DD328-DF47-2D41-9DBD-9F56AF714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향후 계획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4ED719-3205-CC2C-E818-BD80619E6A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멀티플레이 구현</a:t>
            </a:r>
            <a:endParaRPr lang="en-US" altLang="ko-KR" dirty="0"/>
          </a:p>
          <a:p>
            <a:r>
              <a:rPr lang="ko-KR" altLang="en-US" dirty="0"/>
              <a:t>디자인 개선</a:t>
            </a:r>
          </a:p>
        </p:txBody>
      </p:sp>
    </p:spTree>
    <p:extLst>
      <p:ext uri="{BB962C8B-B14F-4D97-AF65-F5344CB8AC3E}">
        <p14:creationId xmlns:p14="http://schemas.microsoft.com/office/powerpoint/2010/main" val="34685678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436E0F2-A64B-471E-93C0-8DFE08CC57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C1E3AB1-2A8C-4607-9FAE-D8BDB280F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6D66059-832F-40B6-A35F-F56C8F38A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515E2ED-7EA9-448D-83FA-54C3DF972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0595356-EABD-4767-AC9D-EA21FF115E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8CD9F06-9628-469C-B788-A894E3E082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550A431-0B61-421B-B4B7-24C0CFF0F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3FA49195-69EB-4E39-A68A-C232E2D03E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92F9DC-743D-47E7-A019-EE09540FB7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685799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FD2BD4B-5832-7CCA-BE31-6BC9A5552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4678" y="927212"/>
            <a:ext cx="7802880" cy="323154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ko-KR" altLang="en-US" sz="6600" i="1" cap="all" dirty="0"/>
              <a:t>감사합니다</a:t>
            </a:r>
            <a:r>
              <a:rPr lang="en-US" altLang="ko-KR" sz="6600" i="1" cap="all" dirty="0"/>
              <a:t>.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3280B82-CD55-43FD-92C4-F05E2A8D13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-17932" y="19556"/>
            <a:ext cx="8547253" cy="2322324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0A4F542-D561-4AFB-8321-EB900BAF0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-17931" y="0"/>
            <a:ext cx="1461005" cy="461772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4D9248B-0006-4BFE-8110-40C16E45C0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935720" y="3957320"/>
            <a:ext cx="3272713" cy="2900679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E593BB5-7AFA-4C8F-AECA-CE733B1FD0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393326" y="0"/>
            <a:ext cx="1332509" cy="6857999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521483B-CE28-412B-9C71-9BE081E9DC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6537960" y="0"/>
            <a:ext cx="5654039" cy="2206257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C9F4738-DD27-44BE-98C6-AB0B2296BD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1" y="5196840"/>
            <a:ext cx="5181599" cy="1641604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1168239"/>
      </p:ext>
    </p:extLst>
  </p:cSld>
  <p:clrMapOvr>
    <a:masterClrMapping/>
  </p:clrMapOvr>
</p:sld>
</file>

<file path=ppt/theme/theme1.xml><?xml version="1.0" encoding="utf-8"?>
<a:theme xmlns:a="http://schemas.openxmlformats.org/drawingml/2006/main" name="AngleLinesVTI">
  <a:themeElements>
    <a:clrScheme name="Custom 34">
      <a:dk1>
        <a:sysClr val="windowText" lastClr="000000"/>
      </a:dk1>
      <a:lt1>
        <a:sysClr val="window" lastClr="FFFFFF"/>
      </a:lt1>
      <a:dk2>
        <a:srgbClr val="001E2E"/>
      </a:dk2>
      <a:lt2>
        <a:srgbClr val="F0ECEC"/>
      </a:lt2>
      <a:accent1>
        <a:srgbClr val="155767"/>
      </a:accent1>
      <a:accent2>
        <a:srgbClr val="BA9CA0"/>
      </a:accent2>
      <a:accent3>
        <a:srgbClr val="A57931"/>
      </a:accent3>
      <a:accent4>
        <a:srgbClr val="0E577C"/>
      </a:accent4>
      <a:accent5>
        <a:srgbClr val="CC846E"/>
      </a:accent5>
      <a:accent6>
        <a:srgbClr val="93767A"/>
      </a:accent6>
      <a:hlink>
        <a:srgbClr val="0563C1"/>
      </a:hlink>
      <a:folHlink>
        <a:srgbClr val="954F72"/>
      </a:folHlink>
    </a:clrScheme>
    <a:fontScheme name="Walbaum Light Univers Light">
      <a:majorFont>
        <a:latin typeface="Microsoft GothicNeo"/>
        <a:ea typeface=""/>
        <a:cs typeface=""/>
      </a:majorFont>
      <a:minorFont>
        <a:latin typeface="Microsoft GothicNe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ngleLinesVTI" id="{BC1FC193-C72F-4761-9899-1105EDF6BAE8}" vid="{64612625-F022-44B7-B9FA-9D26DEDBDC2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</TotalTime>
  <Words>185</Words>
  <Application>Microsoft Office PowerPoint</Application>
  <PresentationFormat>와이드스크린</PresentationFormat>
  <Paragraphs>40</Paragraphs>
  <Slides>11</Slides>
  <Notes>0</Notes>
  <HiddenSlides>0</HiddenSlides>
  <MMClips>1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5" baseType="lpstr">
      <vt:lpstr>Microsoft GothicNeo</vt:lpstr>
      <vt:lpstr>Microsoft GothicNeo Light</vt:lpstr>
      <vt:lpstr>Arial</vt:lpstr>
      <vt:lpstr>AngleLinesVTI</vt:lpstr>
      <vt:lpstr>멀티플레이  타자 게임:  Typing Arena</vt:lpstr>
      <vt:lpstr>프로젝트 목표 및 컨셉</vt:lpstr>
      <vt:lpstr>미니게임 소개</vt:lpstr>
      <vt:lpstr>미니게임 공통사항</vt:lpstr>
      <vt:lpstr>줄다리기</vt:lpstr>
      <vt:lpstr>줄다리기</vt:lpstr>
      <vt:lpstr>줄다리기</vt:lpstr>
      <vt:lpstr>PowerPoint 프레젠테이션</vt:lpstr>
      <vt:lpstr>역할분담</vt:lpstr>
      <vt:lpstr>향후 계획</vt:lpstr>
      <vt:lpstr>감사합니다.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VitaSemplice</dc:creator>
  <cp:lastModifiedBy>남궁재민</cp:lastModifiedBy>
  <cp:revision>1</cp:revision>
  <dcterms:created xsi:type="dcterms:W3CDTF">2025-09-26T05:47:35Z</dcterms:created>
  <dcterms:modified xsi:type="dcterms:W3CDTF">2025-11-06T10:25:52Z</dcterms:modified>
</cp:coreProperties>
</file>