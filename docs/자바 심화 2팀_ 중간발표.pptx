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67" r:id="rId5"/>
    <p:sldId id="264" r:id="rId6"/>
    <p:sldId id="261" r:id="rId7"/>
    <p:sldId id="269" r:id="rId8"/>
    <p:sldId id="270" r:id="rId9"/>
    <p:sldId id="271" r:id="rId10"/>
    <p:sldId id="263" r:id="rId11"/>
    <p:sldId id="268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67A16-2317-4879-8AF7-62C6A4443B8A}" v="13" dt="2025-11-05T10:22:07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남궁재민" userId="8514c862-2589-4b60-ab62-9a1438db8a2b" providerId="ADAL" clId="{84104B8A-0FC8-44E6-B5D7-BA69F1E9C52C}"/>
    <pc:docChg chg="undo custSel addSld delSld modSld">
      <pc:chgData name="남궁재민" userId="8514c862-2589-4b60-ab62-9a1438db8a2b" providerId="ADAL" clId="{84104B8A-0FC8-44E6-B5D7-BA69F1E9C52C}" dt="2025-11-05T10:24:25.483" v="574" actId="680"/>
      <pc:docMkLst>
        <pc:docMk/>
      </pc:docMkLst>
      <pc:sldChg chg="del">
        <pc:chgData name="남궁재민" userId="8514c862-2589-4b60-ab62-9a1438db8a2b" providerId="ADAL" clId="{84104B8A-0FC8-44E6-B5D7-BA69F1E9C52C}" dt="2025-11-05T10:24:11.358" v="572" actId="47"/>
        <pc:sldMkLst>
          <pc:docMk/>
          <pc:sldMk cId="4192918700" sldId="259"/>
        </pc:sldMkLst>
      </pc:sldChg>
      <pc:sldChg chg="del">
        <pc:chgData name="남궁재민" userId="8514c862-2589-4b60-ab62-9a1438db8a2b" providerId="ADAL" clId="{84104B8A-0FC8-44E6-B5D7-BA69F1E9C52C}" dt="2025-11-05T10:24:12.612" v="573" actId="47"/>
        <pc:sldMkLst>
          <pc:docMk/>
          <pc:sldMk cId="2370693871" sldId="260"/>
        </pc:sldMkLst>
      </pc:sldChg>
      <pc:sldChg chg="addSp delSp modSp mod">
        <pc:chgData name="남궁재민" userId="8514c862-2589-4b60-ab62-9a1438db8a2b" providerId="ADAL" clId="{84104B8A-0FC8-44E6-B5D7-BA69F1E9C52C}" dt="2025-11-05T10:17:19.251" v="386" actId="20577"/>
        <pc:sldMkLst>
          <pc:docMk/>
          <pc:sldMk cId="3203048764" sldId="261"/>
        </pc:sldMkLst>
        <pc:spChg chg="mod">
          <ac:chgData name="남궁재민" userId="8514c862-2589-4b60-ab62-9a1438db8a2b" providerId="ADAL" clId="{84104B8A-0FC8-44E6-B5D7-BA69F1E9C52C}" dt="2025-11-05T09:15:29.681" v="133" actId="20577"/>
          <ac:spMkLst>
            <pc:docMk/>
            <pc:sldMk cId="3203048764" sldId="261"/>
            <ac:spMk id="2" creationId="{5EDB189B-BC7F-AF65-532C-F63C02D6764D}"/>
          </ac:spMkLst>
        </pc:spChg>
        <pc:spChg chg="mod">
          <ac:chgData name="남궁재민" userId="8514c862-2589-4b60-ab62-9a1438db8a2b" providerId="ADAL" clId="{84104B8A-0FC8-44E6-B5D7-BA69F1E9C52C}" dt="2025-11-05T10:17:19.251" v="386" actId="20577"/>
          <ac:spMkLst>
            <pc:docMk/>
            <pc:sldMk cId="3203048764" sldId="261"/>
            <ac:spMk id="9" creationId="{7C43E078-13CD-7D77-38EB-9FACCC0661D5}"/>
          </ac:spMkLst>
        </pc:spChg>
        <pc:picChg chg="add mod">
          <ac:chgData name="남궁재민" userId="8514c862-2589-4b60-ab62-9a1438db8a2b" providerId="ADAL" clId="{84104B8A-0FC8-44E6-B5D7-BA69F1E9C52C}" dt="2025-11-05T10:11:59.425" v="184" actId="1076"/>
          <ac:picMkLst>
            <pc:docMk/>
            <pc:sldMk cId="3203048764" sldId="261"/>
            <ac:picMk id="4" creationId="{77EC6707-7BFC-1572-FDAB-047C863437AC}"/>
          </ac:picMkLst>
        </pc:picChg>
        <pc:picChg chg="del">
          <ac:chgData name="남궁재민" userId="8514c862-2589-4b60-ab62-9a1438db8a2b" providerId="ADAL" clId="{84104B8A-0FC8-44E6-B5D7-BA69F1E9C52C}" dt="2025-11-05T10:10:41.480" v="171" actId="478"/>
          <ac:picMkLst>
            <pc:docMk/>
            <pc:sldMk cId="3203048764" sldId="261"/>
            <ac:picMk id="5" creationId="{6A6F86D0-C551-2D2A-0BE7-0DD74F9353BC}"/>
          </ac:picMkLst>
        </pc:picChg>
      </pc:sldChg>
      <pc:sldChg chg="del">
        <pc:chgData name="남궁재민" userId="8514c862-2589-4b60-ab62-9a1438db8a2b" providerId="ADAL" clId="{84104B8A-0FC8-44E6-B5D7-BA69F1E9C52C}" dt="2025-11-05T10:12:07.676" v="185" actId="47"/>
        <pc:sldMkLst>
          <pc:docMk/>
          <pc:sldMk cId="1784180515" sldId="262"/>
        </pc:sldMkLst>
      </pc:sldChg>
      <pc:sldChg chg="modSp mod">
        <pc:chgData name="남궁재민" userId="8514c862-2589-4b60-ab62-9a1438db8a2b" providerId="ADAL" clId="{84104B8A-0FC8-44E6-B5D7-BA69F1E9C52C}" dt="2025-11-05T10:15:10.921" v="267" actId="20577"/>
        <pc:sldMkLst>
          <pc:docMk/>
          <pc:sldMk cId="3646097141" sldId="263"/>
        </pc:sldMkLst>
        <pc:spChg chg="mod">
          <ac:chgData name="남궁재민" userId="8514c862-2589-4b60-ab62-9a1438db8a2b" providerId="ADAL" clId="{84104B8A-0FC8-44E6-B5D7-BA69F1E9C52C}" dt="2025-11-05T10:15:10.921" v="267" actId="20577"/>
          <ac:spMkLst>
            <pc:docMk/>
            <pc:sldMk cId="3646097141" sldId="263"/>
            <ac:spMk id="3" creationId="{E29AD8CD-64E5-0B27-2BAF-33DEEDC34F58}"/>
          </ac:spMkLst>
        </pc:spChg>
      </pc:sldChg>
      <pc:sldChg chg="modSp mod">
        <pc:chgData name="남궁재민" userId="8514c862-2589-4b60-ab62-9a1438db8a2b" providerId="ADAL" clId="{84104B8A-0FC8-44E6-B5D7-BA69F1E9C52C}" dt="2025-11-05T09:43:59.357" v="170" actId="20577"/>
        <pc:sldMkLst>
          <pc:docMk/>
          <pc:sldMk cId="736167414" sldId="264"/>
        </pc:sldMkLst>
        <pc:spChg chg="mod">
          <ac:chgData name="남궁재민" userId="8514c862-2589-4b60-ab62-9a1438db8a2b" providerId="ADAL" clId="{84104B8A-0FC8-44E6-B5D7-BA69F1E9C52C}" dt="2025-11-05T09:43:59.357" v="170" actId="20577"/>
          <ac:spMkLst>
            <pc:docMk/>
            <pc:sldMk cId="736167414" sldId="264"/>
            <ac:spMk id="3" creationId="{D797D8A8-51C6-9A95-CEA3-1103B50F899B}"/>
          </ac:spMkLst>
        </pc:spChg>
      </pc:sldChg>
      <pc:sldChg chg="del">
        <pc:chgData name="남궁재민" userId="8514c862-2589-4b60-ab62-9a1438db8a2b" providerId="ADAL" clId="{84104B8A-0FC8-44E6-B5D7-BA69F1E9C52C}" dt="2025-11-05T10:15:21.976" v="269" actId="47"/>
        <pc:sldMkLst>
          <pc:docMk/>
          <pc:sldMk cId="958716694" sldId="265"/>
        </pc:sldMkLst>
      </pc:sldChg>
      <pc:sldChg chg="addSp modSp new mod setBg">
        <pc:chgData name="남궁재민" userId="8514c862-2589-4b60-ab62-9a1438db8a2b" providerId="ADAL" clId="{84104B8A-0FC8-44E6-B5D7-BA69F1E9C52C}" dt="2025-11-05T09:14:17.590" v="109" actId="14100"/>
        <pc:sldMkLst>
          <pc:docMk/>
          <pc:sldMk cId="3555142599" sldId="267"/>
        </pc:sldMkLst>
        <pc:spChg chg="mod">
          <ac:chgData name="남궁재민" userId="8514c862-2589-4b60-ab62-9a1438db8a2b" providerId="ADAL" clId="{84104B8A-0FC8-44E6-B5D7-BA69F1E9C52C}" dt="2025-11-05T09:11:53.620" v="69" actId="26606"/>
          <ac:spMkLst>
            <pc:docMk/>
            <pc:sldMk cId="3555142599" sldId="267"/>
            <ac:spMk id="2" creationId="{46BC0463-2CDF-D5DB-0AF8-7D3ADDD90977}"/>
          </ac:spMkLst>
        </pc:spChg>
        <pc:spChg chg="mod">
          <ac:chgData name="남궁재민" userId="8514c862-2589-4b60-ab62-9a1438db8a2b" providerId="ADAL" clId="{84104B8A-0FC8-44E6-B5D7-BA69F1E9C52C}" dt="2025-11-05T09:13:27.917" v="93" actId="15"/>
          <ac:spMkLst>
            <pc:docMk/>
            <pc:sldMk cId="3555142599" sldId="267"/>
            <ac:spMk id="3" creationId="{250F0FDC-61D5-2A3C-A8A1-C5577BA991FF}"/>
          </ac:spMkLst>
        </pc:spChg>
        <pc:spChg chg="add">
          <ac:chgData name="남궁재민" userId="8514c862-2589-4b60-ab62-9a1438db8a2b" providerId="ADAL" clId="{84104B8A-0FC8-44E6-B5D7-BA69F1E9C52C}" dt="2025-11-05T09:11:53.620" v="69" actId="26606"/>
          <ac:spMkLst>
            <pc:docMk/>
            <pc:sldMk cId="3555142599" sldId="267"/>
            <ac:spMk id="11" creationId="{2B78D151-52A1-46B3-8374-570DA802E9A5}"/>
          </ac:spMkLst>
        </pc:spChg>
        <pc:spChg chg="add">
          <ac:chgData name="남궁재민" userId="8514c862-2589-4b60-ab62-9a1438db8a2b" providerId="ADAL" clId="{84104B8A-0FC8-44E6-B5D7-BA69F1E9C52C}" dt="2025-11-05T09:11:53.620" v="69" actId="26606"/>
          <ac:spMkLst>
            <pc:docMk/>
            <pc:sldMk cId="3555142599" sldId="267"/>
            <ac:spMk id="13" creationId="{6C745475-F6E1-4944-B2F1-A82F3444F7EE}"/>
          </ac:spMkLst>
        </pc:spChg>
        <pc:picChg chg="add mod ord">
          <ac:chgData name="남궁재민" userId="8514c862-2589-4b60-ab62-9a1438db8a2b" providerId="ADAL" clId="{84104B8A-0FC8-44E6-B5D7-BA69F1E9C52C}" dt="2025-11-05T09:14:08.870" v="108" actId="1076"/>
          <ac:picMkLst>
            <pc:docMk/>
            <pc:sldMk cId="3555142599" sldId="267"/>
            <ac:picMk id="4" creationId="{55FC2FF6-B65A-AD5C-47DC-500934AF2C74}"/>
          </ac:picMkLst>
        </pc:picChg>
        <pc:picChg chg="add mod">
          <ac:chgData name="남궁재민" userId="8514c862-2589-4b60-ab62-9a1438db8a2b" providerId="ADAL" clId="{84104B8A-0FC8-44E6-B5D7-BA69F1E9C52C}" dt="2025-11-05T09:14:03.912" v="106" actId="14100"/>
          <ac:picMkLst>
            <pc:docMk/>
            <pc:sldMk cId="3555142599" sldId="267"/>
            <ac:picMk id="5" creationId="{7549F41B-7D8B-0C12-FB76-F5D56A2DB53E}"/>
          </ac:picMkLst>
        </pc:picChg>
        <pc:picChg chg="add mod">
          <ac:chgData name="남궁재민" userId="8514c862-2589-4b60-ab62-9a1438db8a2b" providerId="ADAL" clId="{84104B8A-0FC8-44E6-B5D7-BA69F1E9C52C}" dt="2025-11-05T09:14:17.590" v="109" actId="14100"/>
          <ac:picMkLst>
            <pc:docMk/>
            <pc:sldMk cId="3555142599" sldId="267"/>
            <ac:picMk id="6" creationId="{86C4B3D7-26B5-D270-E0A1-22AD6A1F71A8}"/>
          </ac:picMkLst>
        </pc:picChg>
        <pc:cxnChg chg="add">
          <ac:chgData name="남궁재민" userId="8514c862-2589-4b60-ab62-9a1438db8a2b" providerId="ADAL" clId="{84104B8A-0FC8-44E6-B5D7-BA69F1E9C52C}" dt="2025-11-05T09:11:53.620" v="69" actId="26606"/>
          <ac:cxnSpMkLst>
            <pc:docMk/>
            <pc:sldMk cId="3555142599" sldId="267"/>
            <ac:cxnSpMk id="15" creationId="{E2F61726-9292-4844-9EBF-341051AAFDBE}"/>
          </ac:cxnSpMkLst>
        </pc:cxnChg>
      </pc:sldChg>
      <pc:sldChg chg="modSp new mod">
        <pc:chgData name="남궁재민" userId="8514c862-2589-4b60-ab62-9a1438db8a2b" providerId="ADAL" clId="{84104B8A-0FC8-44E6-B5D7-BA69F1E9C52C}" dt="2025-11-05T10:15:50.179" v="335" actId="20577"/>
        <pc:sldMkLst>
          <pc:docMk/>
          <pc:sldMk cId="3468567896" sldId="268"/>
        </pc:sldMkLst>
        <pc:spChg chg="mod">
          <ac:chgData name="남궁재민" userId="8514c862-2589-4b60-ab62-9a1438db8a2b" providerId="ADAL" clId="{84104B8A-0FC8-44E6-B5D7-BA69F1E9C52C}" dt="2025-11-05T10:15:27.867" v="287" actId="20577"/>
          <ac:spMkLst>
            <pc:docMk/>
            <pc:sldMk cId="3468567896" sldId="268"/>
            <ac:spMk id="2" creationId="{A56DD328-DF47-2D41-9DBD-9F56AF71426E}"/>
          </ac:spMkLst>
        </pc:spChg>
        <pc:spChg chg="mod">
          <ac:chgData name="남궁재민" userId="8514c862-2589-4b60-ab62-9a1438db8a2b" providerId="ADAL" clId="{84104B8A-0FC8-44E6-B5D7-BA69F1E9C52C}" dt="2025-11-05T10:15:50.179" v="335" actId="20577"/>
          <ac:spMkLst>
            <pc:docMk/>
            <pc:sldMk cId="3468567896" sldId="268"/>
            <ac:spMk id="3" creationId="{984ED719-3205-CC2C-E818-BD80619E6AA9}"/>
          </ac:spMkLst>
        </pc:spChg>
      </pc:sldChg>
      <pc:sldChg chg="modSp new mod">
        <pc:chgData name="남궁재민" userId="8514c862-2589-4b60-ab62-9a1438db8a2b" providerId="ADAL" clId="{84104B8A-0FC8-44E6-B5D7-BA69F1E9C52C}" dt="2025-11-05T10:23:47.620" v="571" actId="20577"/>
        <pc:sldMkLst>
          <pc:docMk/>
          <pc:sldMk cId="2029010420" sldId="269"/>
        </pc:sldMkLst>
        <pc:spChg chg="mod">
          <ac:chgData name="남궁재민" userId="8514c862-2589-4b60-ab62-9a1438db8a2b" providerId="ADAL" clId="{84104B8A-0FC8-44E6-B5D7-BA69F1E9C52C}" dt="2025-11-05T10:17:27.825" v="401" actId="20577"/>
          <ac:spMkLst>
            <pc:docMk/>
            <pc:sldMk cId="2029010420" sldId="269"/>
            <ac:spMk id="2" creationId="{27AFAFFE-1F0F-25DA-20C6-49D594E6D7F6}"/>
          </ac:spMkLst>
        </pc:spChg>
        <pc:spChg chg="mod">
          <ac:chgData name="남궁재민" userId="8514c862-2589-4b60-ab62-9a1438db8a2b" providerId="ADAL" clId="{84104B8A-0FC8-44E6-B5D7-BA69F1E9C52C}" dt="2025-11-05T10:23:47.620" v="571" actId="20577"/>
          <ac:spMkLst>
            <pc:docMk/>
            <pc:sldMk cId="2029010420" sldId="269"/>
            <ac:spMk id="3" creationId="{4E61F7BA-C5EC-40BB-F8E9-E8829123902D}"/>
          </ac:spMkLst>
        </pc:spChg>
      </pc:sldChg>
      <pc:sldChg chg="addSp delSp modSp new mod modAnim">
        <pc:chgData name="남궁재민" userId="8514c862-2589-4b60-ab62-9a1438db8a2b" providerId="ADAL" clId="{84104B8A-0FC8-44E6-B5D7-BA69F1E9C52C}" dt="2025-11-05T10:22:07.834" v="491"/>
        <pc:sldMkLst>
          <pc:docMk/>
          <pc:sldMk cId="371810773" sldId="270"/>
        </pc:sldMkLst>
        <pc:spChg chg="mod">
          <ac:chgData name="남궁재민" userId="8514c862-2589-4b60-ab62-9a1438db8a2b" providerId="ADAL" clId="{84104B8A-0FC8-44E6-B5D7-BA69F1E9C52C}" dt="2025-11-05T10:22:06.507" v="490" actId="20577"/>
          <ac:spMkLst>
            <pc:docMk/>
            <pc:sldMk cId="371810773" sldId="270"/>
            <ac:spMk id="2" creationId="{5FC765A1-B4B5-FF9E-E1D5-9AF9D9BF3265}"/>
          </ac:spMkLst>
        </pc:spChg>
        <pc:spChg chg="del">
          <ac:chgData name="남궁재민" userId="8514c862-2589-4b60-ab62-9a1438db8a2b" providerId="ADAL" clId="{84104B8A-0FC8-44E6-B5D7-BA69F1E9C52C}" dt="2025-11-05T10:22:07.834" v="491"/>
          <ac:spMkLst>
            <pc:docMk/>
            <pc:sldMk cId="371810773" sldId="270"/>
            <ac:spMk id="3" creationId="{2230C8B7-3446-02FC-3434-1256AFD59BCD}"/>
          </ac:spMkLst>
        </pc:spChg>
        <pc:picChg chg="add mod">
          <ac:chgData name="남궁재민" userId="8514c862-2589-4b60-ab62-9a1438db8a2b" providerId="ADAL" clId="{84104B8A-0FC8-44E6-B5D7-BA69F1E9C52C}" dt="2025-11-05T10:22:07.834" v="491"/>
          <ac:picMkLst>
            <pc:docMk/>
            <pc:sldMk cId="371810773" sldId="270"/>
            <ac:picMk id="4" creationId="{79A1FE97-2AEB-CE29-9BD2-0D1D1ADDB0EF}"/>
          </ac:picMkLst>
        </pc:picChg>
      </pc:sldChg>
      <pc:sldChg chg="new">
        <pc:chgData name="남궁재민" userId="8514c862-2589-4b60-ab62-9a1438db8a2b" providerId="ADAL" clId="{84104B8A-0FC8-44E6-B5D7-BA69F1E9C52C}" dt="2025-11-05T10:24:25.483" v="574" actId="680"/>
        <pc:sldMkLst>
          <pc:docMk/>
          <pc:sldMk cId="1722773925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1E4730-E92C-4794-9591-5E473F5CE9E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31BAC8-15EA-4D86-B548-F527BFCF7547}">
      <dgm:prSet/>
      <dgm:spPr/>
      <dgm:t>
        <a:bodyPr/>
        <a:lstStyle/>
        <a:p>
          <a:r>
            <a:rPr lang="ko-KR" altLang="en-US" dirty="0"/>
            <a:t>타자연습 기반의 다양한 미니게임을 즐길 수 있는 멀티 플레이 게임</a:t>
          </a:r>
          <a:endParaRPr lang="en-US" dirty="0"/>
        </a:p>
      </dgm:t>
    </dgm:pt>
    <dgm:pt modelId="{E1E8F51E-D22A-4494-8D48-F6142FC10E1E}" type="parTrans" cxnId="{98AEA38A-535A-4265-B7E3-E082AE7CC1BB}">
      <dgm:prSet/>
      <dgm:spPr/>
      <dgm:t>
        <a:bodyPr/>
        <a:lstStyle/>
        <a:p>
          <a:endParaRPr lang="en-US"/>
        </a:p>
      </dgm:t>
    </dgm:pt>
    <dgm:pt modelId="{4B847000-F66C-4E3B-8D59-7C0785DFFB74}" type="sibTrans" cxnId="{98AEA38A-535A-4265-B7E3-E082AE7CC1BB}">
      <dgm:prSet/>
      <dgm:spPr/>
      <dgm:t>
        <a:bodyPr/>
        <a:lstStyle/>
        <a:p>
          <a:endParaRPr lang="en-US"/>
        </a:p>
      </dgm:t>
    </dgm:pt>
    <dgm:pt modelId="{FC1C9E2F-F7B4-4A4F-A155-FA17DB1F92BA}">
      <dgm:prSet/>
      <dgm:spPr/>
      <dgm:t>
        <a:bodyPr/>
        <a:lstStyle/>
        <a:p>
          <a:r>
            <a:rPr lang="ko-KR" dirty="0"/>
            <a:t>단순 속도 경쟁</a:t>
          </a:r>
          <a:r>
            <a:rPr lang="ko-KR" altLang="en-US" dirty="0"/>
            <a:t>이 아닌</a:t>
          </a:r>
          <a:r>
            <a:rPr lang="en-US" altLang="ko-KR" dirty="0"/>
            <a:t>,</a:t>
          </a:r>
          <a:r>
            <a:rPr lang="en-US" dirty="0"/>
            <a:t> </a:t>
          </a:r>
          <a:r>
            <a:rPr lang="ko-KR" dirty="0"/>
            <a:t>다양한 상호작용과 전략적 요소를 통해 새로운 타자 게임 경험을 제공</a:t>
          </a:r>
          <a:endParaRPr lang="en-US" dirty="0"/>
        </a:p>
      </dgm:t>
    </dgm:pt>
    <dgm:pt modelId="{084AF6FF-30B1-4515-98F5-4AF9EC7E7694}" type="parTrans" cxnId="{41AD3F6B-023F-4F31-9AF3-B07A694118E7}">
      <dgm:prSet/>
      <dgm:spPr/>
      <dgm:t>
        <a:bodyPr/>
        <a:lstStyle/>
        <a:p>
          <a:endParaRPr lang="en-US"/>
        </a:p>
      </dgm:t>
    </dgm:pt>
    <dgm:pt modelId="{23FF15D3-A43E-419C-ADE3-5C4257237C98}" type="sibTrans" cxnId="{41AD3F6B-023F-4F31-9AF3-B07A694118E7}">
      <dgm:prSet/>
      <dgm:spPr/>
      <dgm:t>
        <a:bodyPr/>
        <a:lstStyle/>
        <a:p>
          <a:endParaRPr lang="en-US"/>
        </a:p>
      </dgm:t>
    </dgm:pt>
    <dgm:pt modelId="{3482CDE8-3CF3-42E0-AFDA-3E787E7AA25D}" type="pres">
      <dgm:prSet presAssocID="{DC1E4730-E92C-4794-9591-5E473F5CE9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C900D26-AF7D-4B46-90FA-4C0BE41CF971}" type="pres">
      <dgm:prSet presAssocID="{D531BAC8-15EA-4D86-B548-F527BFCF7547}" presName="hierRoot1" presStyleCnt="0"/>
      <dgm:spPr/>
    </dgm:pt>
    <dgm:pt modelId="{B8B2CF4D-BB8D-4F1E-A34E-9D0CFA002DC3}" type="pres">
      <dgm:prSet presAssocID="{D531BAC8-15EA-4D86-B548-F527BFCF7547}" presName="composite" presStyleCnt="0"/>
      <dgm:spPr/>
    </dgm:pt>
    <dgm:pt modelId="{C0611CB8-A560-4490-85F7-D2782785C92A}" type="pres">
      <dgm:prSet presAssocID="{D531BAC8-15EA-4D86-B548-F527BFCF7547}" presName="background" presStyleLbl="node0" presStyleIdx="0" presStyleCnt="2"/>
      <dgm:spPr/>
    </dgm:pt>
    <dgm:pt modelId="{CA18264D-0D28-4867-9341-CE86EC296294}" type="pres">
      <dgm:prSet presAssocID="{D531BAC8-15EA-4D86-B548-F527BFCF7547}" presName="text" presStyleLbl="fgAcc0" presStyleIdx="0" presStyleCnt="2">
        <dgm:presLayoutVars>
          <dgm:chPref val="3"/>
        </dgm:presLayoutVars>
      </dgm:prSet>
      <dgm:spPr/>
    </dgm:pt>
    <dgm:pt modelId="{3D9E3D3D-4D42-4ED6-AF02-354CC079352F}" type="pres">
      <dgm:prSet presAssocID="{D531BAC8-15EA-4D86-B548-F527BFCF7547}" presName="hierChild2" presStyleCnt="0"/>
      <dgm:spPr/>
    </dgm:pt>
    <dgm:pt modelId="{40B29018-1FFB-4149-9471-481BB03B030F}" type="pres">
      <dgm:prSet presAssocID="{FC1C9E2F-F7B4-4A4F-A155-FA17DB1F92BA}" presName="hierRoot1" presStyleCnt="0"/>
      <dgm:spPr/>
    </dgm:pt>
    <dgm:pt modelId="{276C449F-7471-4F8D-B2C1-817E32B67812}" type="pres">
      <dgm:prSet presAssocID="{FC1C9E2F-F7B4-4A4F-A155-FA17DB1F92BA}" presName="composite" presStyleCnt="0"/>
      <dgm:spPr/>
    </dgm:pt>
    <dgm:pt modelId="{44EE861C-54A3-4298-A4AD-AD3F6332A146}" type="pres">
      <dgm:prSet presAssocID="{FC1C9E2F-F7B4-4A4F-A155-FA17DB1F92BA}" presName="background" presStyleLbl="node0" presStyleIdx="1" presStyleCnt="2"/>
      <dgm:spPr/>
    </dgm:pt>
    <dgm:pt modelId="{5BDB867F-451B-48BB-A7F3-D37521273731}" type="pres">
      <dgm:prSet presAssocID="{FC1C9E2F-F7B4-4A4F-A155-FA17DB1F92BA}" presName="text" presStyleLbl="fgAcc0" presStyleIdx="1" presStyleCnt="2">
        <dgm:presLayoutVars>
          <dgm:chPref val="3"/>
        </dgm:presLayoutVars>
      </dgm:prSet>
      <dgm:spPr/>
    </dgm:pt>
    <dgm:pt modelId="{ECE50F8C-FF4A-407D-8FC4-C86F221A45BF}" type="pres">
      <dgm:prSet presAssocID="{FC1C9E2F-F7B4-4A4F-A155-FA17DB1F92BA}" presName="hierChild2" presStyleCnt="0"/>
      <dgm:spPr/>
    </dgm:pt>
  </dgm:ptLst>
  <dgm:cxnLst>
    <dgm:cxn modelId="{88F70717-AE37-4581-AC77-CAB87133CCBB}" type="presOf" srcId="{FC1C9E2F-F7B4-4A4F-A155-FA17DB1F92BA}" destId="{5BDB867F-451B-48BB-A7F3-D37521273731}" srcOrd="0" destOrd="0" presId="urn:microsoft.com/office/officeart/2005/8/layout/hierarchy1"/>
    <dgm:cxn modelId="{41AD3F6B-023F-4F31-9AF3-B07A694118E7}" srcId="{DC1E4730-E92C-4794-9591-5E473F5CE9ED}" destId="{FC1C9E2F-F7B4-4A4F-A155-FA17DB1F92BA}" srcOrd="1" destOrd="0" parTransId="{084AF6FF-30B1-4515-98F5-4AF9EC7E7694}" sibTransId="{23FF15D3-A43E-419C-ADE3-5C4257237C98}"/>
    <dgm:cxn modelId="{7971CE7F-69A0-4CE9-BAD4-1D1C8DCBE95E}" type="presOf" srcId="{DC1E4730-E92C-4794-9591-5E473F5CE9ED}" destId="{3482CDE8-3CF3-42E0-AFDA-3E787E7AA25D}" srcOrd="0" destOrd="0" presId="urn:microsoft.com/office/officeart/2005/8/layout/hierarchy1"/>
    <dgm:cxn modelId="{98AEA38A-535A-4265-B7E3-E082AE7CC1BB}" srcId="{DC1E4730-E92C-4794-9591-5E473F5CE9ED}" destId="{D531BAC8-15EA-4D86-B548-F527BFCF7547}" srcOrd="0" destOrd="0" parTransId="{E1E8F51E-D22A-4494-8D48-F6142FC10E1E}" sibTransId="{4B847000-F66C-4E3B-8D59-7C0785DFFB74}"/>
    <dgm:cxn modelId="{4818269A-6A17-4179-AE77-B0DC9483D10E}" type="presOf" srcId="{D531BAC8-15EA-4D86-B548-F527BFCF7547}" destId="{CA18264D-0D28-4867-9341-CE86EC296294}" srcOrd="0" destOrd="0" presId="urn:microsoft.com/office/officeart/2005/8/layout/hierarchy1"/>
    <dgm:cxn modelId="{51E7EF78-1A7F-460C-B0C4-C8CE042395B9}" type="presParOf" srcId="{3482CDE8-3CF3-42E0-AFDA-3E787E7AA25D}" destId="{6C900D26-AF7D-4B46-90FA-4C0BE41CF971}" srcOrd="0" destOrd="0" presId="urn:microsoft.com/office/officeart/2005/8/layout/hierarchy1"/>
    <dgm:cxn modelId="{F8A66B20-AC75-46EF-84E2-CC7CD45B12C8}" type="presParOf" srcId="{6C900D26-AF7D-4B46-90FA-4C0BE41CF971}" destId="{B8B2CF4D-BB8D-4F1E-A34E-9D0CFA002DC3}" srcOrd="0" destOrd="0" presId="urn:microsoft.com/office/officeart/2005/8/layout/hierarchy1"/>
    <dgm:cxn modelId="{DA2BA46F-BF8C-4121-B3BC-3BC95D34DFCC}" type="presParOf" srcId="{B8B2CF4D-BB8D-4F1E-A34E-9D0CFA002DC3}" destId="{C0611CB8-A560-4490-85F7-D2782785C92A}" srcOrd="0" destOrd="0" presId="urn:microsoft.com/office/officeart/2005/8/layout/hierarchy1"/>
    <dgm:cxn modelId="{36C1B20E-5685-4C5C-97DF-79C4FEEFC5C8}" type="presParOf" srcId="{B8B2CF4D-BB8D-4F1E-A34E-9D0CFA002DC3}" destId="{CA18264D-0D28-4867-9341-CE86EC296294}" srcOrd="1" destOrd="0" presId="urn:microsoft.com/office/officeart/2005/8/layout/hierarchy1"/>
    <dgm:cxn modelId="{870FF6A7-295A-44E4-8D53-830602E519C5}" type="presParOf" srcId="{6C900D26-AF7D-4B46-90FA-4C0BE41CF971}" destId="{3D9E3D3D-4D42-4ED6-AF02-354CC079352F}" srcOrd="1" destOrd="0" presId="urn:microsoft.com/office/officeart/2005/8/layout/hierarchy1"/>
    <dgm:cxn modelId="{EA911204-BAC4-4B96-918C-F53B16E77B7E}" type="presParOf" srcId="{3482CDE8-3CF3-42E0-AFDA-3E787E7AA25D}" destId="{40B29018-1FFB-4149-9471-481BB03B030F}" srcOrd="1" destOrd="0" presId="urn:microsoft.com/office/officeart/2005/8/layout/hierarchy1"/>
    <dgm:cxn modelId="{7EEE2ADD-67BC-4648-8B96-234E58839D7E}" type="presParOf" srcId="{40B29018-1FFB-4149-9471-481BB03B030F}" destId="{276C449F-7471-4F8D-B2C1-817E32B67812}" srcOrd="0" destOrd="0" presId="urn:microsoft.com/office/officeart/2005/8/layout/hierarchy1"/>
    <dgm:cxn modelId="{CF4FA083-2D6E-4EA5-A3D8-4C060FB8D672}" type="presParOf" srcId="{276C449F-7471-4F8D-B2C1-817E32B67812}" destId="{44EE861C-54A3-4298-A4AD-AD3F6332A146}" srcOrd="0" destOrd="0" presId="urn:microsoft.com/office/officeart/2005/8/layout/hierarchy1"/>
    <dgm:cxn modelId="{50146DDA-1787-4590-84B6-25DBD09FDD98}" type="presParOf" srcId="{276C449F-7471-4F8D-B2C1-817E32B67812}" destId="{5BDB867F-451B-48BB-A7F3-D37521273731}" srcOrd="1" destOrd="0" presId="urn:microsoft.com/office/officeart/2005/8/layout/hierarchy1"/>
    <dgm:cxn modelId="{CBA346C6-93EB-40B1-B835-0647B7744B7E}" type="presParOf" srcId="{40B29018-1FFB-4149-9471-481BB03B030F}" destId="{ECE50F8C-FF4A-407D-8FC4-C86F221A45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11CB8-A560-4490-85F7-D2782785C92A}">
      <dsp:nvSpPr>
        <dsp:cNvPr id="0" name=""/>
        <dsp:cNvSpPr/>
      </dsp:nvSpPr>
      <dsp:spPr>
        <a:xfrm>
          <a:off x="1307" y="52047"/>
          <a:ext cx="4589865" cy="2914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8264D-0D28-4867-9341-CE86EC296294}">
      <dsp:nvSpPr>
        <dsp:cNvPr id="0" name=""/>
        <dsp:cNvSpPr/>
      </dsp:nvSpPr>
      <dsp:spPr>
        <a:xfrm>
          <a:off x="511292" y="536533"/>
          <a:ext cx="4589865" cy="29145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000" kern="1200" dirty="0"/>
            <a:t>타자연습 기반의 다양한 미니게임을 즐길 수 있는 멀티 플레이 게임</a:t>
          </a:r>
          <a:endParaRPr lang="en-US" sz="3000" kern="1200" dirty="0"/>
        </a:p>
      </dsp:txBody>
      <dsp:txXfrm>
        <a:off x="596657" y="621898"/>
        <a:ext cx="4419135" cy="2743834"/>
      </dsp:txXfrm>
    </dsp:sp>
    <dsp:sp modelId="{44EE861C-54A3-4298-A4AD-AD3F6332A146}">
      <dsp:nvSpPr>
        <dsp:cNvPr id="0" name=""/>
        <dsp:cNvSpPr/>
      </dsp:nvSpPr>
      <dsp:spPr>
        <a:xfrm>
          <a:off x="5611143" y="52047"/>
          <a:ext cx="4589865" cy="2914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B867F-451B-48BB-A7F3-D37521273731}">
      <dsp:nvSpPr>
        <dsp:cNvPr id="0" name=""/>
        <dsp:cNvSpPr/>
      </dsp:nvSpPr>
      <dsp:spPr>
        <a:xfrm>
          <a:off x="6121128" y="536533"/>
          <a:ext cx="4589865" cy="29145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/>
            <a:t>단순 속도 경쟁</a:t>
          </a:r>
          <a:r>
            <a:rPr lang="ko-KR" altLang="en-US" sz="3000" kern="1200" dirty="0"/>
            <a:t>이 아닌</a:t>
          </a:r>
          <a:r>
            <a:rPr lang="en-US" altLang="ko-KR" sz="3000" kern="1200" dirty="0"/>
            <a:t>,</a:t>
          </a:r>
          <a:r>
            <a:rPr lang="en-US" sz="3000" kern="1200" dirty="0"/>
            <a:t> </a:t>
          </a:r>
          <a:r>
            <a:rPr lang="ko-KR" sz="3000" kern="1200" dirty="0"/>
            <a:t>다양한 상호작용과 전략적 요소를 통해 새로운 타자 게임 경험을 제공</a:t>
          </a:r>
          <a:endParaRPr lang="en-US" sz="3000" kern="1200" dirty="0"/>
        </a:p>
      </dsp:txBody>
      <dsp:txXfrm>
        <a:off x="6206493" y="621898"/>
        <a:ext cx="4419135" cy="2743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7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5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7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7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2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2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2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4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i="0" kern="1200" cap="none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300" kern="1200" spc="4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 spc="4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 spc="4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4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B6F0D66-368C-0A54-D6C6-0D0CE3874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5869" y="1994264"/>
            <a:ext cx="6935872" cy="3922755"/>
          </a:xfrm>
        </p:spPr>
        <p:txBody>
          <a:bodyPr>
            <a:normAutofit/>
          </a:bodyPr>
          <a:lstStyle/>
          <a:p>
            <a:pPr algn="r"/>
            <a:r>
              <a:rPr lang="ko-KR" altLang="en-US" dirty="0"/>
              <a:t>멀티플레이 </a:t>
            </a:r>
            <a:br>
              <a:rPr lang="en-US" altLang="ko-KR" dirty="0"/>
            </a:br>
            <a:r>
              <a:rPr lang="ko-KR" altLang="en-US" dirty="0"/>
              <a:t>타자 게임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Typing Arena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6F8CCD-4808-4CA1-9B84-015B989DD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3790" y="1050878"/>
            <a:ext cx="6157951" cy="943386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dirty="0"/>
              <a:t>자바 프로그래밍 심화 </a:t>
            </a:r>
            <a:r>
              <a:rPr lang="en-US" altLang="ko-KR" dirty="0"/>
              <a:t>2</a:t>
            </a:r>
            <a:r>
              <a:rPr lang="ko-KR" altLang="en-US" dirty="0"/>
              <a:t>조</a:t>
            </a:r>
            <a:endParaRPr lang="en-US" altLang="ko-KR" dirty="0"/>
          </a:p>
          <a:p>
            <a:pPr algn="r">
              <a:lnSpc>
                <a:spcPct val="110000"/>
              </a:lnSpc>
            </a:pPr>
            <a:r>
              <a:rPr lang="ko-KR" altLang="en-US" dirty="0"/>
              <a:t>임준혁 </a:t>
            </a:r>
            <a:r>
              <a:rPr lang="ko-KR" altLang="en-US" dirty="0" err="1"/>
              <a:t>남궁재민</a:t>
            </a:r>
            <a:r>
              <a:rPr lang="ko-KR" altLang="en-US" dirty="0"/>
              <a:t> </a:t>
            </a:r>
            <a:r>
              <a:rPr lang="ko-KR" altLang="en-US" dirty="0" err="1"/>
              <a:t>두하민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52D66-3FBE-D132-A898-B10DD799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3" r="17341"/>
          <a:stretch>
            <a:fillRect/>
          </a:stretch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67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430E9F-3B61-4A75-9A34-1EF839CC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93CC3-99AA-471D-9142-5BD2235D6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5A1EFF-2E6F-4210-A283-AF9BE5B07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C9A7BB-4074-4704-B5B6-B526355DF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5622E3-2C65-496F-9C3F-CBEE21924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299548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ED111D-3746-4B9C-AEE8-7AB83467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AE1D3C-1EF9-4A89-B613-EE7B78910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EB35BA9F-4DB6-C748-8000-50227393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497395"/>
            <a:ext cx="10064376" cy="1229756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목표 및 컨셉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E80A3F-530A-4181-887F-9AAF6DCBF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-14436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AA56F7FD-0BD9-B600-E10E-E51151422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4862904"/>
              </p:ext>
            </p:extLst>
          </p:nvPr>
        </p:nvGraphicFramePr>
        <p:xfrm>
          <a:off x="818708" y="2552700"/>
          <a:ext cx="10712302" cy="3503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473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7E471-7651-A554-84A3-C046DE3B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ko-KR" altLang="en-US" dirty="0"/>
              <a:t>미니게임 소개</a:t>
            </a:r>
          </a:p>
        </p:txBody>
      </p:sp>
      <p:pic>
        <p:nvPicPr>
          <p:cNvPr id="5" name="그림 4" descr="스케치, 실루엣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D7FE2F-8E21-965D-075D-630150F0E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46798"/>
            <a:ext cx="5270053" cy="296440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F5481-21E2-61F1-18D3-B0927C99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경쟁 미니게임</a:t>
            </a:r>
            <a:r>
              <a:rPr lang="en-US" altLang="ko-KR" dirty="0"/>
              <a:t> : </a:t>
            </a:r>
            <a:r>
              <a:rPr lang="ko-KR" altLang="en-US" dirty="0"/>
              <a:t>줄다리기</a:t>
            </a:r>
            <a:endParaRPr lang="en-US" altLang="ko-KR" dirty="0"/>
          </a:p>
          <a:p>
            <a:pPr lvl="1"/>
            <a:r>
              <a:rPr lang="ko-KR" altLang="en-US" dirty="0"/>
              <a:t>실시간으로 단어를 입력해 중앙의 밧줄을 당겨오는 </a:t>
            </a:r>
            <a:r>
              <a:rPr lang="ko-KR" altLang="en-US" b="1" dirty="0"/>
              <a:t>힘겨루기</a:t>
            </a:r>
            <a:r>
              <a:rPr lang="ko-KR" altLang="en-US" dirty="0"/>
              <a:t> 모드</a:t>
            </a:r>
          </a:p>
        </p:txBody>
      </p:sp>
    </p:spTree>
    <p:extLst>
      <p:ext uri="{BB962C8B-B14F-4D97-AF65-F5344CB8AC3E}">
        <p14:creationId xmlns:p14="http://schemas.microsoft.com/office/powerpoint/2010/main" val="186799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BC0463-2CDF-D5DB-0AF8-7D3ADDD9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48586"/>
            <a:ext cx="5197245" cy="1456660"/>
          </a:xfrm>
        </p:spPr>
        <p:txBody>
          <a:bodyPr>
            <a:normAutofit/>
          </a:bodyPr>
          <a:lstStyle/>
          <a:p>
            <a:r>
              <a:rPr lang="ko-KR" altLang="en-US" dirty="0"/>
              <a:t>미니게임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0F0FDC-61D5-2A3C-A8A1-C5577BA9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124189"/>
            <a:ext cx="5197245" cy="4200411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경쟁</a:t>
            </a:r>
            <a:endParaRPr lang="en-US" altLang="ko-KR" dirty="0"/>
          </a:p>
          <a:p>
            <a:pPr lvl="1"/>
            <a:r>
              <a:rPr lang="ko-KR" altLang="en-US" dirty="0"/>
              <a:t>줄다리기</a:t>
            </a:r>
            <a:endParaRPr lang="en-US" altLang="ko-KR" dirty="0"/>
          </a:p>
          <a:p>
            <a:pPr lvl="1"/>
            <a:r>
              <a:rPr lang="ko-KR" altLang="en-US" dirty="0"/>
              <a:t>땅따먹기</a:t>
            </a:r>
            <a:endParaRPr lang="en-US" altLang="ko-KR" dirty="0"/>
          </a:p>
          <a:p>
            <a:r>
              <a:rPr lang="ko-KR" altLang="en-US" dirty="0"/>
              <a:t>협동</a:t>
            </a:r>
            <a:endParaRPr lang="en-US" altLang="ko-KR" dirty="0"/>
          </a:p>
          <a:p>
            <a:pPr lvl="1"/>
            <a:r>
              <a:rPr lang="ko-KR" altLang="en-US" dirty="0"/>
              <a:t>성 지키기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C745475-F6E1-4944-B2F1-A82F3444F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7323273" y="-18942"/>
            <a:ext cx="4868727" cy="6895884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  <a:gd name="connsiteX0" fmla="*/ 2323794 w 6699211"/>
              <a:gd name="connsiteY0" fmla="*/ 54619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323794 w 6699211"/>
              <a:gd name="connsiteY4" fmla="*/ 54619 h 6857998"/>
              <a:gd name="connsiteX0" fmla="*/ 2323794 w 6699211"/>
              <a:gd name="connsiteY0" fmla="*/ 18674 h 6822053"/>
              <a:gd name="connsiteX1" fmla="*/ 6699211 w 6699211"/>
              <a:gd name="connsiteY1" fmla="*/ 0 h 6822053"/>
              <a:gd name="connsiteX2" fmla="*/ 6699211 w 6699211"/>
              <a:gd name="connsiteY2" fmla="*/ 6822053 h 6822053"/>
              <a:gd name="connsiteX3" fmla="*/ 0 w 6699211"/>
              <a:gd name="connsiteY3" fmla="*/ 6808405 h 6822053"/>
              <a:gd name="connsiteX4" fmla="*/ 2323794 w 6699211"/>
              <a:gd name="connsiteY4" fmla="*/ 18674 h 6822053"/>
              <a:gd name="connsiteX0" fmla="*/ 3105369 w 7480786"/>
              <a:gd name="connsiteY0" fmla="*/ 18674 h 6822053"/>
              <a:gd name="connsiteX1" fmla="*/ 7480786 w 7480786"/>
              <a:gd name="connsiteY1" fmla="*/ 0 h 6822053"/>
              <a:gd name="connsiteX2" fmla="*/ 7480786 w 7480786"/>
              <a:gd name="connsiteY2" fmla="*/ 6822053 h 6822053"/>
              <a:gd name="connsiteX3" fmla="*/ 0 w 7480786"/>
              <a:gd name="connsiteY3" fmla="*/ 6820387 h 6822053"/>
              <a:gd name="connsiteX4" fmla="*/ 3105369 w 7480786"/>
              <a:gd name="connsiteY4" fmla="*/ 18674 h 682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0786" h="6822053">
                <a:moveTo>
                  <a:pt x="3105369" y="18674"/>
                </a:moveTo>
                <a:lnTo>
                  <a:pt x="7480786" y="0"/>
                </a:lnTo>
                <a:lnTo>
                  <a:pt x="7480786" y="6822053"/>
                </a:lnTo>
                <a:lnTo>
                  <a:pt x="0" y="6820387"/>
                </a:lnTo>
                <a:lnTo>
                  <a:pt x="3105369" y="186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F61726-9292-4844-9EBF-341051AAF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40256" y="0"/>
            <a:ext cx="4651744" cy="26130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게임, 득점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9F41B-7D8B-0C12-FB76-F5D56A2DB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553" y="942976"/>
            <a:ext cx="3262720" cy="2773312"/>
          </a:xfrm>
          <a:prstGeom prst="rect">
            <a:avLst/>
          </a:prstGeom>
        </p:spPr>
      </p:pic>
      <p:pic>
        <p:nvPicPr>
          <p:cNvPr id="4" name="그림 3" descr="스케치, 실루엣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C2FF6-B65A-AD5C-47DC-500934AF2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081" y="1631563"/>
            <a:ext cx="3990291" cy="2244538"/>
          </a:xfrm>
          <a:prstGeom prst="rect">
            <a:avLst/>
          </a:prstGeom>
        </p:spPr>
      </p:pic>
      <p:pic>
        <p:nvPicPr>
          <p:cNvPr id="6" name="그림 5" descr="PC 게임, 비디오 게임 소프트웨어, 스크린샷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C4B3D7-26B5-D270-E0A1-22AD6A1F7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75" y="4085947"/>
            <a:ext cx="6467475" cy="240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4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42F1BE-85EC-CD9B-6737-2011F266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미니게임 공통사항</a:t>
            </a:r>
          </a:p>
        </p:txBody>
      </p:sp>
      <p:pic>
        <p:nvPicPr>
          <p:cNvPr id="9" name="그림 8" descr="예술, 다채로움, 보라색, 큐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D7254-4E5F-2A86-3185-6B4040CF8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57036"/>
            <a:ext cx="5270053" cy="574392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7D8A8-51C6-9A95-CEA3-1103B50F8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r>
              <a:rPr lang="ko-KR" altLang="en-US" dirty="0"/>
              <a:t>모든 미니게임에는 아이템 요소를 추가하여 예측 불가능한 변수를 통해 재미를 더할 예정</a:t>
            </a:r>
            <a:endParaRPr lang="en-US" altLang="ko-KR" dirty="0"/>
          </a:p>
          <a:p>
            <a:r>
              <a:rPr lang="ko-KR" altLang="en-US" dirty="0"/>
              <a:t>게임별로 아이템을 다르게 준비</a:t>
            </a:r>
          </a:p>
        </p:txBody>
      </p:sp>
    </p:spTree>
    <p:extLst>
      <p:ext uri="{BB962C8B-B14F-4D97-AF65-F5344CB8AC3E}">
        <p14:creationId xmlns:p14="http://schemas.microsoft.com/office/powerpoint/2010/main" val="73616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17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9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1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5EDB189B-BC7F-AF65-532C-F63C02D6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>
            <a:normAutofit/>
          </a:bodyPr>
          <a:lstStyle/>
          <a:p>
            <a:r>
              <a:rPr lang="ko-KR" altLang="en-US" dirty="0"/>
              <a:t>줄다리기</a:t>
            </a:r>
          </a:p>
        </p:txBody>
      </p:sp>
      <p:cxnSp>
        <p:nvCxnSpPr>
          <p:cNvPr id="29" name="Straight Connector 23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43E078-13CD-7D77-38EB-9FACCC06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4" y="2499694"/>
            <a:ext cx="5831833" cy="3824906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실시간으로 단어를 입력해</a:t>
            </a:r>
            <a:br>
              <a:rPr lang="en-US" altLang="ko-KR" dirty="0"/>
            </a:br>
            <a:r>
              <a:rPr lang="ko-KR" altLang="en-US" dirty="0"/>
              <a:t>중앙의 밧줄을 당겨오는</a:t>
            </a:r>
            <a:br>
              <a:rPr lang="en-US" altLang="ko-KR" dirty="0"/>
            </a:br>
            <a:r>
              <a:rPr lang="ko-KR" altLang="en-US" dirty="0"/>
              <a:t>힘겨루기 모드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EC6707-7BFC-1572-FDAB-047C8634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237" y="2255776"/>
            <a:ext cx="6923175" cy="416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4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FAFFE-1F0F-25DA-20C6-49D594E6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줄다리기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1F7BA-C5EC-40BB-F8E9-E88291239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아이템</a:t>
            </a:r>
            <a:r>
              <a:rPr lang="en-US" altLang="ko-KR" dirty="0"/>
              <a:t>: </a:t>
            </a:r>
            <a:r>
              <a:rPr lang="ko-KR" altLang="en-US" dirty="0"/>
              <a:t>게임 진행중에 단어들이 랜덤으로 초록색이나 빨간색으로 표시된다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버프아이템</a:t>
            </a:r>
            <a:r>
              <a:rPr lang="en-US" altLang="ko-KR" dirty="0"/>
              <a:t>: </a:t>
            </a:r>
            <a:r>
              <a:rPr lang="ko-KR" altLang="en-US" dirty="0"/>
              <a:t>자신에게 유리한 아이템</a:t>
            </a:r>
            <a:endParaRPr lang="en-US" altLang="ko-KR" dirty="0"/>
          </a:p>
          <a:p>
            <a:pPr lvl="2"/>
            <a:r>
              <a:rPr lang="ko-KR" altLang="en-US" dirty="0" err="1"/>
              <a:t>파워그립</a:t>
            </a:r>
            <a:r>
              <a:rPr lang="en-US" altLang="ko-KR" dirty="0"/>
              <a:t>: </a:t>
            </a:r>
            <a:r>
              <a:rPr lang="ko-KR" altLang="en-US" dirty="0"/>
              <a:t>점수 </a:t>
            </a:r>
            <a:r>
              <a:rPr lang="en-US" altLang="ko-KR" dirty="0"/>
              <a:t>2</a:t>
            </a:r>
            <a:r>
              <a:rPr lang="ko-KR" altLang="en-US" dirty="0"/>
              <a:t>배</a:t>
            </a:r>
            <a:endParaRPr lang="en-US" altLang="ko-KR" dirty="0"/>
          </a:p>
          <a:p>
            <a:pPr lvl="2"/>
            <a:r>
              <a:rPr lang="ko-KR" altLang="en-US" dirty="0"/>
              <a:t>앵커</a:t>
            </a:r>
            <a:r>
              <a:rPr lang="en-US" altLang="ko-KR" dirty="0"/>
              <a:t>: </a:t>
            </a:r>
            <a:r>
              <a:rPr lang="ko-KR" altLang="en-US" dirty="0"/>
              <a:t>밧줄 </a:t>
            </a:r>
            <a:r>
              <a:rPr lang="ko-KR" altLang="en-US" dirty="0" err="1"/>
              <a:t>안밀리기</a:t>
            </a:r>
            <a:endParaRPr lang="ko-KR" altLang="en-US" dirty="0"/>
          </a:p>
          <a:p>
            <a:pPr lvl="1"/>
            <a:r>
              <a:rPr lang="ko-KR" altLang="en-US" dirty="0"/>
              <a:t>트랩아이템</a:t>
            </a:r>
            <a:r>
              <a:rPr lang="en-US" altLang="ko-KR" dirty="0"/>
              <a:t>: </a:t>
            </a:r>
            <a:r>
              <a:rPr lang="ko-KR" altLang="en-US" dirty="0"/>
              <a:t>상대방을 방해하는 아이템</a:t>
            </a:r>
            <a:endParaRPr lang="en-US" altLang="ko-KR" dirty="0"/>
          </a:p>
          <a:p>
            <a:pPr lvl="2"/>
            <a:r>
              <a:rPr lang="ko-KR" altLang="en-US" dirty="0"/>
              <a:t>먹물</a:t>
            </a:r>
            <a:r>
              <a:rPr lang="en-US" altLang="ko-KR" dirty="0"/>
              <a:t>: </a:t>
            </a:r>
            <a:r>
              <a:rPr lang="ko-KR" altLang="en-US" dirty="0"/>
              <a:t>단어 가리기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초록색으로 표시된 단어를 맞추면 </a:t>
            </a:r>
            <a:r>
              <a:rPr lang="ko-KR" altLang="en-US" dirty="0" err="1"/>
              <a:t>버프아이템</a:t>
            </a:r>
            <a:r>
              <a:rPr lang="ko-KR" altLang="en-US" dirty="0"/>
              <a:t> 중에 랜덤으로 사용된다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빨간색으로 표시된 단어를 맞추면 트랩아이템 중에 랜덤으로 사용된다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901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765A1-B4B5-FF9E-E1D5-9AF9D9BF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줄다리기</a:t>
            </a:r>
          </a:p>
        </p:txBody>
      </p:sp>
      <p:pic>
        <p:nvPicPr>
          <p:cNvPr id="4" name="화면 녹화 중 2025-11-05 192057">
            <a:hlinkClick r:id="" action="ppaction://media"/>
            <a:extLst>
              <a:ext uri="{FF2B5EF4-FFF2-40B4-BE49-F238E27FC236}">
                <a16:creationId xmlns:a16="http://schemas.microsoft.com/office/drawing/2014/main" id="{79A1FE97-2AEB-CE29-9BD2-0D1D1ADDB0E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4788" y="2009775"/>
            <a:ext cx="6702425" cy="4024313"/>
          </a:xfrm>
        </p:spPr>
      </p:pic>
    </p:spTree>
    <p:extLst>
      <p:ext uri="{BB962C8B-B14F-4D97-AF65-F5344CB8AC3E}">
        <p14:creationId xmlns:p14="http://schemas.microsoft.com/office/powerpoint/2010/main" val="37181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E69EC-1385-E4F7-DFA6-B0D36438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E4488-865F-14B9-2740-79CDFE4C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77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3E193-A75A-39B5-1AC1-97743E33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역할분담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9AD8CD-64E5-0B27-2BAF-33DEEDC3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두하민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en-US" altLang="ko-KR" b="1" dirty="0"/>
              <a:t>'</a:t>
            </a:r>
            <a:r>
              <a:rPr lang="ko-KR" altLang="en-US" b="1" dirty="0"/>
              <a:t>성 지키기</a:t>
            </a:r>
            <a:r>
              <a:rPr lang="en-US" altLang="ko-KR" b="1" dirty="0"/>
              <a:t>'</a:t>
            </a:r>
            <a:r>
              <a:rPr lang="ko-KR" altLang="en-US" dirty="0"/>
              <a:t> 협동 게임 구현</a:t>
            </a:r>
            <a:r>
              <a:rPr lang="en-US" altLang="ko-KR" dirty="0"/>
              <a:t>,</a:t>
            </a:r>
            <a:r>
              <a:rPr lang="ko-KR" altLang="en-US" dirty="0"/>
              <a:t> 아이템 시스템 아이디어 및 구현</a:t>
            </a:r>
            <a:endParaRPr lang="en-US" altLang="ko-KR" dirty="0"/>
          </a:p>
          <a:p>
            <a:r>
              <a:rPr lang="ko-KR" altLang="en-US" dirty="0"/>
              <a:t>임준혁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ko-KR" altLang="en-US" dirty="0"/>
              <a:t>서버 및 네트워크 총괄</a:t>
            </a:r>
            <a:r>
              <a:rPr lang="en-US" altLang="ko-KR" dirty="0"/>
              <a:t>, </a:t>
            </a:r>
            <a:r>
              <a:rPr lang="en-US" altLang="ko-KR" b="1" dirty="0"/>
              <a:t>'</a:t>
            </a:r>
            <a:r>
              <a:rPr lang="ko-KR" altLang="en-US" b="1" dirty="0"/>
              <a:t>땅따먹기</a:t>
            </a:r>
            <a:r>
              <a:rPr lang="en-US" altLang="ko-KR" b="1" dirty="0"/>
              <a:t>'</a:t>
            </a:r>
            <a:r>
              <a:rPr lang="ko-KR" altLang="en-US" dirty="0"/>
              <a:t> 게임 구현</a:t>
            </a:r>
            <a:endParaRPr lang="en-US" altLang="ko-KR" dirty="0"/>
          </a:p>
          <a:p>
            <a:r>
              <a:rPr lang="ko-KR" altLang="en-US" dirty="0" err="1"/>
              <a:t>남궁재민</a:t>
            </a:r>
            <a:endParaRPr lang="en-US" altLang="ko-KR" dirty="0"/>
          </a:p>
          <a:p>
            <a:pPr lvl="1"/>
            <a:r>
              <a:rPr lang="ko-KR" altLang="en-US" b="1" dirty="0"/>
              <a:t>담당</a:t>
            </a:r>
            <a:r>
              <a:rPr lang="en-US" altLang="ko-KR" dirty="0"/>
              <a:t>: </a:t>
            </a:r>
            <a:r>
              <a:rPr lang="en-US" altLang="ko-KR" b="1" dirty="0"/>
              <a:t>'</a:t>
            </a:r>
            <a:r>
              <a:rPr lang="ko-KR" altLang="en-US" b="1" dirty="0"/>
              <a:t>줄다리기</a:t>
            </a:r>
            <a:r>
              <a:rPr lang="en-US" altLang="ko-KR" b="1" dirty="0"/>
              <a:t>'</a:t>
            </a:r>
            <a:r>
              <a:rPr lang="ko-KR" altLang="en-US" dirty="0"/>
              <a:t> 게임 구현</a:t>
            </a:r>
            <a:r>
              <a:rPr lang="en-US" altLang="ko-KR" dirty="0"/>
              <a:t>, </a:t>
            </a:r>
            <a:r>
              <a:rPr lang="ko-KR" altLang="en-US" dirty="0"/>
              <a:t>프로젝트 구조 설계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4609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DD328-DF47-2D41-9DBD-9F56AF71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ED719-3205-CC2C-E818-BD80619E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멀티플레이 구현</a:t>
            </a:r>
            <a:endParaRPr lang="en-US" altLang="ko-KR" dirty="0"/>
          </a:p>
          <a:p>
            <a:r>
              <a:rPr lang="ko-KR" altLang="en-US" dirty="0"/>
              <a:t>디자인 개선</a:t>
            </a:r>
          </a:p>
        </p:txBody>
      </p:sp>
    </p:spTree>
    <p:extLst>
      <p:ext uri="{BB962C8B-B14F-4D97-AF65-F5344CB8AC3E}">
        <p14:creationId xmlns:p14="http://schemas.microsoft.com/office/powerpoint/2010/main" val="346856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D2BD4B-5832-7CCA-BE31-6BC9A555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678" y="927212"/>
            <a:ext cx="7802880" cy="32315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6600" i="1" cap="all" dirty="0"/>
              <a:t>감사합니다</a:t>
            </a:r>
            <a:r>
              <a:rPr lang="en-US" altLang="ko-KR" sz="6600" i="1" cap="all" dirty="0"/>
              <a:t>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2" y="19556"/>
            <a:ext cx="8547253" cy="23223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-17931" y="0"/>
            <a:ext cx="1461005" cy="46177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935720" y="3957320"/>
            <a:ext cx="3272713" cy="29006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3326" y="0"/>
            <a:ext cx="1332509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37960" y="0"/>
            <a:ext cx="5654039" cy="220625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" y="5196840"/>
            <a:ext cx="5181599" cy="16416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16823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199</Words>
  <Application>Microsoft Office PowerPoint</Application>
  <PresentationFormat>와이드스크린</PresentationFormat>
  <Paragraphs>42</Paragraphs>
  <Slides>12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Microsoft GothicNeo</vt:lpstr>
      <vt:lpstr>Microsoft GothicNeo Light</vt:lpstr>
      <vt:lpstr>Arial</vt:lpstr>
      <vt:lpstr>AngleLinesVTI</vt:lpstr>
      <vt:lpstr>멀티플레이  타자 게임:  Typing Arena</vt:lpstr>
      <vt:lpstr>프로젝트 목표 및 컨셉</vt:lpstr>
      <vt:lpstr>미니게임 소개</vt:lpstr>
      <vt:lpstr>미니게임 소개</vt:lpstr>
      <vt:lpstr>미니게임 공통사항</vt:lpstr>
      <vt:lpstr>줄다리기</vt:lpstr>
      <vt:lpstr>줄다리기</vt:lpstr>
      <vt:lpstr>줄다리기</vt:lpstr>
      <vt:lpstr>PowerPoint 프레젠테이션</vt:lpstr>
      <vt:lpstr>역할분담</vt:lpstr>
      <vt:lpstr>향후 계획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VitaSemplice</dc:creator>
  <cp:lastModifiedBy>남궁재민</cp:lastModifiedBy>
  <cp:revision>1</cp:revision>
  <dcterms:created xsi:type="dcterms:W3CDTF">2025-09-26T05:47:35Z</dcterms:created>
  <dcterms:modified xsi:type="dcterms:W3CDTF">2025-11-05T10:24:37Z</dcterms:modified>
</cp:coreProperties>
</file>